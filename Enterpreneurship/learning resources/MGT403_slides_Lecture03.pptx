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5" r:id="rId2"/>
    <p:sldId id="288" r:id="rId3"/>
    <p:sldId id="256" r:id="rId4"/>
    <p:sldId id="272" r:id="rId5"/>
    <p:sldId id="289" r:id="rId6"/>
    <p:sldId id="29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6" autoAdjust="0"/>
    <p:restoredTop sz="94671" autoAdjust="0"/>
  </p:normalViewPr>
  <p:slideViewPr>
    <p:cSldViewPr>
      <p:cViewPr varScale="1">
        <p:scale>
          <a:sx n="69" d="100"/>
          <a:sy n="69" d="100"/>
        </p:scale>
        <p:origin x="-54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1254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.xml"/><Relationship Id="rId1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CCD61-2315-4FAF-AEDB-E0BBEC630695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F1F17-F03B-4CE1-A8B4-1ABE48593E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5145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noFill/>
          <a:ln cap="flat"/>
        </p:spPr>
      </p:sp>
    </p:spTree>
    <p:extLst>
      <p:ext uri="{BB962C8B-B14F-4D97-AF65-F5344CB8AC3E}">
        <p14:creationId xmlns:p14="http://schemas.microsoft.com/office/powerpoint/2010/main" xmlns="" val="747366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noFill/>
          <a:ln cap="flat"/>
        </p:spPr>
      </p:sp>
    </p:spTree>
    <p:extLst>
      <p:ext uri="{BB962C8B-B14F-4D97-AF65-F5344CB8AC3E}">
        <p14:creationId xmlns:p14="http://schemas.microsoft.com/office/powerpoint/2010/main" xmlns="" val="3061009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BC66-E99E-4901-AC8C-5FA4CB9A4420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534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BF6A-4F45-4E76-9FE5-65ABD4F8DDD6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55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B8DA-D8ED-460C-88D7-78C4C28210B4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29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A8CC4-F10C-43A6-94D9-70B89C99C6B5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919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7B31-B021-46EA-B517-092F71A62745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584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4B97-D14E-427B-B8AE-DA397ABFA0FB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27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BA28-EA92-4A3F-9A52-6C1B595ACB5C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750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379A5-D640-4D2C-AF79-9CEB0F88A841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3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78727-F892-4A97-99B8-9CA7FE9EDD0B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360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B140-7929-4EA2-A116-A9CD00094022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71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3F0D-3AAD-4C7A-BA60-1655B80804A8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6542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DCB7E-3E05-40F2-AEF2-14D04EC666F5}" type="datetime1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Chapter 1: Entrepreneurship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9092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ENTREPRENEURSHIP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 smtClean="0"/>
              <a:t>Lecture No: 3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r>
              <a:rPr lang="en-US" sz="2800" dirty="0" smtClean="0"/>
              <a:t>Resource Person:</a:t>
            </a:r>
          </a:p>
          <a:p>
            <a:pPr marL="0" indent="0" algn="ctr">
              <a:buNone/>
            </a:pPr>
            <a:r>
              <a:rPr lang="en-US" sz="3600" dirty="0" smtClean="0"/>
              <a:t>Malik </a:t>
            </a:r>
            <a:r>
              <a:rPr lang="en-US" sz="3600" dirty="0" err="1" smtClean="0"/>
              <a:t>Jawad</a:t>
            </a:r>
            <a:r>
              <a:rPr lang="en-US" sz="3600" dirty="0" smtClean="0"/>
              <a:t> </a:t>
            </a:r>
            <a:r>
              <a:rPr lang="en-US" sz="3600" dirty="0" err="1" smtClean="0"/>
              <a:t>Saboor</a:t>
            </a:r>
            <a:endParaRPr lang="en-US" sz="3600" dirty="0" smtClean="0"/>
          </a:p>
          <a:p>
            <a:pPr marL="0" indent="0" algn="ctr">
              <a:buNone/>
            </a:pPr>
            <a:r>
              <a:rPr lang="en-US" sz="2000" dirty="0" smtClean="0"/>
              <a:t>Assistant Professor</a:t>
            </a:r>
          </a:p>
          <a:p>
            <a:pPr marL="0" indent="0" algn="ctr">
              <a:buNone/>
            </a:pPr>
            <a:r>
              <a:rPr lang="en-US" sz="2000" dirty="0" smtClean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 smtClean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 smtClean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0575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228600"/>
            <a:ext cx="8229600" cy="11430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Previous Lecture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Define the term </a:t>
            </a:r>
            <a:r>
              <a:rPr lang="en-US" dirty="0" smtClean="0"/>
              <a:t>entrepreneur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Describe the entrepreneurial profile</a:t>
            </a:r>
            <a:r>
              <a:rPr lang="en-US" dirty="0" smtClean="0"/>
              <a:t>.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Describe the benefits of entrepreneurship</a:t>
            </a:r>
            <a:r>
              <a:rPr lang="en-US" dirty="0" smtClean="0"/>
              <a:t>.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Describe the drawbacks of entrepreneurship.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85298"/>
            <a:ext cx="3124104" cy="303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504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</a:rPr>
              <a:t>Explain </a:t>
            </a:r>
            <a:r>
              <a:rPr lang="en-US" dirty="0">
                <a:solidFill>
                  <a:schemeClr val="tx1"/>
                </a:solidFill>
              </a:rPr>
              <a:t>the forces that are driving the growth of entrepreneurship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Explain the cultural diversity of entrepreneurship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Put failure into proper perspective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Avoiding the Pitfalls of </a:t>
            </a:r>
            <a:r>
              <a:rPr lang="en-US" dirty="0" smtClean="0">
                <a:solidFill>
                  <a:schemeClr val="tx1"/>
                </a:solidFill>
              </a:rPr>
              <a:t>Small </a:t>
            </a:r>
            <a:r>
              <a:rPr lang="en-US" dirty="0">
                <a:solidFill>
                  <a:schemeClr val="tx1"/>
                </a:solidFill>
              </a:rPr>
              <a:t>Business Failure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3645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85FAE727-B9F5-4729-9226-3A32A3FDDC0D}" type="slidenum">
              <a:rPr lang="en-US">
                <a:latin typeface="Arial" pitchFamily="34" charset="0"/>
              </a:rPr>
              <a:pPr/>
              <a:t>4</a:t>
            </a:fld>
            <a:endParaRPr lang="en-US">
              <a:latin typeface="Arial" pitchFamily="34" charset="0"/>
            </a:endParaRPr>
          </a:p>
        </p:txBody>
      </p:sp>
      <p:sp>
        <p:nvSpPr>
          <p:cNvPr id="491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22350" y="488950"/>
            <a:ext cx="7099300" cy="928688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Feeding the </a:t>
            </a:r>
            <a:br>
              <a:rPr lang="en-US" dirty="0" smtClean="0"/>
            </a:br>
            <a:r>
              <a:rPr lang="en-US" dirty="0" smtClean="0"/>
              <a:t>Entrepreneurial Fire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463" y="1981200"/>
            <a:ext cx="6611937" cy="3733800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pPr lvl="0"/>
            <a:r>
              <a:rPr lang="en-US" sz="2800" dirty="0"/>
              <a:t>Entrepreneurs as </a:t>
            </a:r>
            <a:r>
              <a:rPr lang="en-US" sz="2800" dirty="0" smtClean="0"/>
              <a:t>heroes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Entrepreneurial </a:t>
            </a:r>
            <a:r>
              <a:rPr lang="en-US" sz="2800" dirty="0" smtClean="0"/>
              <a:t>education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Demographic and economic </a:t>
            </a:r>
            <a:r>
              <a:rPr lang="en-US" sz="2800" dirty="0" smtClean="0"/>
              <a:t>factors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Shift to a service </a:t>
            </a:r>
            <a:r>
              <a:rPr lang="en-US" sz="2800" dirty="0" smtClean="0"/>
              <a:t>economy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62800" y="3962400"/>
            <a:ext cx="17811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3905781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85FAE727-B9F5-4729-9226-3A32A3FDDC0D}" type="slidenum">
              <a:rPr lang="en-US">
                <a:latin typeface="Arial" pitchFamily="34" charset="0"/>
              </a:rPr>
              <a:pPr/>
              <a:t>5</a:t>
            </a:fld>
            <a:endParaRPr lang="en-US">
              <a:latin typeface="Arial" pitchFamily="34" charset="0"/>
            </a:endParaRPr>
          </a:p>
        </p:txBody>
      </p:sp>
      <p:sp>
        <p:nvSpPr>
          <p:cNvPr id="491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22350" y="488950"/>
            <a:ext cx="7099300" cy="928688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Feeding the </a:t>
            </a:r>
            <a:br>
              <a:rPr lang="en-US" dirty="0" smtClean="0"/>
            </a:br>
            <a:r>
              <a:rPr lang="en-US" dirty="0" smtClean="0"/>
              <a:t>Entrepreneurial Fire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463" y="1981200"/>
            <a:ext cx="6611937" cy="3733800"/>
          </a:xfrm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pPr lvl="0"/>
            <a:r>
              <a:rPr lang="en-US" sz="2800" dirty="0" smtClean="0"/>
              <a:t>Technological advancements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Independent </a:t>
            </a:r>
            <a:r>
              <a:rPr lang="en-US" sz="2800" dirty="0" smtClean="0"/>
              <a:t>lifestyles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E-commerce and the World Wide </a:t>
            </a:r>
            <a:r>
              <a:rPr lang="en-US" sz="2800" dirty="0" smtClean="0"/>
              <a:t>Web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International opportunities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62800" y="4191000"/>
            <a:ext cx="17811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236899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 smtClean="0"/>
              <a:t>Lecture Review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3384645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</a:rPr>
              <a:t>Explain </a:t>
            </a:r>
            <a:r>
              <a:rPr lang="en-US" dirty="0">
                <a:solidFill>
                  <a:schemeClr val="tx1"/>
                </a:solidFill>
              </a:rPr>
              <a:t>the forces that are driving the growth of entrepreneurship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Explain the cultural diversity of entrepreneurship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Put failure into proper perspective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Avoiding the Pitfalls of </a:t>
            </a:r>
            <a:r>
              <a:rPr lang="en-US" dirty="0" smtClean="0">
                <a:solidFill>
                  <a:schemeClr val="tx1"/>
                </a:solidFill>
              </a:rPr>
              <a:t>Small </a:t>
            </a:r>
            <a:r>
              <a:rPr lang="en-US" dirty="0">
                <a:solidFill>
                  <a:schemeClr val="tx1"/>
                </a:solidFill>
              </a:rPr>
              <a:t>Business Failure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6211669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Reference: Essentials of Entrepreneurship &amp; Small Business Management, Zimmer, Scarborough &amp;Wilson, 5</a:t>
            </a:r>
            <a:r>
              <a:rPr lang="en-US" baseline="30000" dirty="0" smtClean="0"/>
              <a:t>th</a:t>
            </a:r>
            <a:r>
              <a:rPr lang="en-US" dirty="0" smtClean="0"/>
              <a:t>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842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170</Words>
  <Application>Microsoft Office PowerPoint</Application>
  <PresentationFormat>On-screen Show (4:3)</PresentationFormat>
  <Paragraphs>57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ENTREPRENEURSHIP </vt:lpstr>
      <vt:lpstr> Previous Lecture Review</vt:lpstr>
      <vt:lpstr>Objectives</vt:lpstr>
      <vt:lpstr>Feeding the  Entrepreneurial Fire</vt:lpstr>
      <vt:lpstr>Feeding the  Entrepreneurial Fire</vt:lpstr>
      <vt:lpstr>Lecture Review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OBJECTIVES</dc:title>
  <dc:creator>MyUserName</dc:creator>
  <cp:lastModifiedBy>Sara</cp:lastModifiedBy>
  <cp:revision>22</cp:revision>
  <dcterms:created xsi:type="dcterms:W3CDTF">2013-09-29T07:52:42Z</dcterms:created>
  <dcterms:modified xsi:type="dcterms:W3CDTF">2019-08-26T07:32:21Z</dcterms:modified>
</cp:coreProperties>
</file>