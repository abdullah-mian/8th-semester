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85" r:id="rId2"/>
    <p:sldId id="288" r:id="rId3"/>
    <p:sldId id="275" r:id="rId4"/>
    <p:sldId id="276" r:id="rId5"/>
    <p:sldId id="292" r:id="rId6"/>
    <p:sldId id="281" r:id="rId7"/>
    <p:sldId id="282" r:id="rId8"/>
    <p:sldId id="283" r:id="rId9"/>
    <p:sldId id="28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16" autoAdjust="0"/>
    <p:restoredTop sz="94671" autoAdjust="0"/>
  </p:normalViewPr>
  <p:slideViewPr>
    <p:cSldViewPr>
      <p:cViewPr varScale="1">
        <p:scale>
          <a:sx n="69" d="100"/>
          <a:sy n="69" d="100"/>
        </p:scale>
        <p:origin x="-54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2" y="1254"/>
    </p:cViewPr>
  </p:outlin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BCCD61-2315-4FAF-AEDB-E0BBEC630695}" type="datetimeFigureOut">
              <a:rPr lang="en-US" smtClean="0"/>
              <a:pPr/>
              <a:t>9/17/2019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9F1F17-F03B-4CE1-A8B4-1ABE48593E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51459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7388"/>
            <a:ext cx="4568825" cy="3425825"/>
          </a:xfrm>
          <a:ln cap="flat"/>
        </p:spPr>
      </p:sp>
    </p:spTree>
    <p:extLst>
      <p:ext uri="{BB962C8B-B14F-4D97-AF65-F5344CB8AC3E}">
        <p14:creationId xmlns:p14="http://schemas.microsoft.com/office/powerpoint/2010/main" xmlns="" val="30554787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7388"/>
            <a:ext cx="4568825" cy="3425825"/>
          </a:xfrm>
          <a:noFill/>
          <a:ln cap="flat"/>
        </p:spPr>
      </p:sp>
    </p:spTree>
    <p:extLst>
      <p:ext uri="{BB962C8B-B14F-4D97-AF65-F5344CB8AC3E}">
        <p14:creationId xmlns:p14="http://schemas.microsoft.com/office/powerpoint/2010/main" xmlns="" val="22017786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xmlns="" val="695231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xmlns="" val="10069679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7388"/>
            <a:ext cx="4568825" cy="3425825"/>
          </a:xfrm>
          <a:ln cap="flat"/>
        </p:spPr>
      </p:sp>
    </p:spTree>
    <p:extLst>
      <p:ext uri="{BB962C8B-B14F-4D97-AF65-F5344CB8AC3E}">
        <p14:creationId xmlns:p14="http://schemas.microsoft.com/office/powerpoint/2010/main" xmlns="" val="9560020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7BC66-E99E-4901-AC8C-5FA4CB9A4420}" type="datetime1">
              <a:rPr lang="en-US" smtClean="0"/>
              <a:pPr/>
              <a:t>9/17/2019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 1: Entrepreneurship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45343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FBF6A-4F45-4E76-9FE5-65ABD4F8DDD6}" type="datetime1">
              <a:rPr lang="en-US" smtClean="0"/>
              <a:pPr/>
              <a:t>9/17/2019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 1: Entrepreneurship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455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3B8DA-D8ED-460C-88D7-78C4C28210B4}" type="datetime1">
              <a:rPr lang="en-US" smtClean="0"/>
              <a:pPr/>
              <a:t>9/17/2019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 1: Entrepreneurship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1290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A8CC4-F10C-43A6-94D9-70B89C99C6B5}" type="datetime1">
              <a:rPr lang="en-US" smtClean="0"/>
              <a:pPr/>
              <a:t>9/17/2019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 1: Entrepreneurship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79194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97B31-B021-46EA-B517-092F71A62745}" type="datetime1">
              <a:rPr lang="en-US" smtClean="0"/>
              <a:pPr/>
              <a:t>9/17/2019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 1: Entrepreneurship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35842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A4B97-D14E-427B-B8AE-DA397ABFA0FB}" type="datetime1">
              <a:rPr lang="en-US" smtClean="0"/>
              <a:pPr/>
              <a:t>9/17/2019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 1: Entrepreneurship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72722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EBA28-EA92-4A3F-9A52-6C1B595ACB5C}" type="datetime1">
              <a:rPr lang="en-US" smtClean="0"/>
              <a:pPr/>
              <a:t>9/17/2019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 1: Entrepreneurship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27504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379A5-D640-4D2C-AF79-9CEB0F88A841}" type="datetime1">
              <a:rPr lang="en-US" smtClean="0"/>
              <a:pPr/>
              <a:t>9/17/2019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 1: Entrepreneurship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683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78727-F892-4A97-99B8-9CA7FE9EDD0B}" type="datetime1">
              <a:rPr lang="en-US" smtClean="0"/>
              <a:pPr/>
              <a:t>9/17/2019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 1: Entrepreneurship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36074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EB140-7929-4EA2-A116-A9CD00094022}" type="datetime1">
              <a:rPr lang="en-US" smtClean="0"/>
              <a:pPr/>
              <a:t>9/17/2019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 1: Entrepreneurship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4710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B3F0D-3AAD-4C7A-BA60-1655B80804A8}" type="datetime1">
              <a:rPr lang="en-US" smtClean="0"/>
              <a:pPr/>
              <a:t>9/17/2019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 1: Entrepreneurship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65421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6DCB7E-3E05-40F2-AEF2-14D04EC666F5}" type="datetime1">
              <a:rPr lang="en-US" smtClean="0"/>
              <a:pPr/>
              <a:t>9/17/2019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Chapter 1: Entrepreneurship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6D2596-C744-4D7D-B83A-C0CE2C30B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90924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ENTREPRENEURSHIP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000" dirty="0" smtClean="0"/>
              <a:t>Lecture No: 6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 algn="ctr">
              <a:buNone/>
            </a:pPr>
            <a:endParaRPr lang="en-US" sz="2800" dirty="0" smtClean="0"/>
          </a:p>
          <a:p>
            <a:pPr marL="0" indent="0" algn="ctr">
              <a:buNone/>
            </a:pPr>
            <a:r>
              <a:rPr lang="en-US" sz="2800" dirty="0" smtClean="0"/>
              <a:t>Resource Person:</a:t>
            </a:r>
          </a:p>
          <a:p>
            <a:pPr marL="0" indent="0" algn="ctr">
              <a:buNone/>
            </a:pPr>
            <a:r>
              <a:rPr lang="en-US" sz="3600" dirty="0" smtClean="0"/>
              <a:t>Malik </a:t>
            </a:r>
            <a:r>
              <a:rPr lang="en-US" sz="3600" dirty="0" err="1" smtClean="0"/>
              <a:t>Jawad</a:t>
            </a:r>
            <a:r>
              <a:rPr lang="en-US" sz="3600" dirty="0" smtClean="0"/>
              <a:t> </a:t>
            </a:r>
            <a:r>
              <a:rPr lang="en-US" sz="3600" dirty="0" err="1" smtClean="0"/>
              <a:t>Saboor</a:t>
            </a:r>
            <a:endParaRPr lang="en-US" sz="3600" dirty="0" smtClean="0"/>
          </a:p>
          <a:p>
            <a:pPr marL="0" indent="0" algn="ctr">
              <a:buNone/>
            </a:pPr>
            <a:r>
              <a:rPr lang="en-US" sz="2000" dirty="0" smtClean="0"/>
              <a:t>Assistant Professor</a:t>
            </a:r>
          </a:p>
          <a:p>
            <a:pPr marL="0" indent="0" algn="ctr">
              <a:buNone/>
            </a:pPr>
            <a:r>
              <a:rPr lang="en-US" sz="2000" dirty="0" smtClean="0"/>
              <a:t>Department of Management Sciences</a:t>
            </a:r>
          </a:p>
          <a:p>
            <a:pPr marL="0" indent="0" algn="ctr">
              <a:buNone/>
            </a:pPr>
            <a:r>
              <a:rPr lang="en-US" sz="2000" dirty="0" smtClean="0"/>
              <a:t>COMSATS Institute of Information Technology</a:t>
            </a:r>
          </a:p>
          <a:p>
            <a:pPr marL="0" indent="0" algn="ctr">
              <a:buNone/>
            </a:pPr>
            <a:r>
              <a:rPr lang="en-US" sz="2000" dirty="0" smtClean="0"/>
              <a:t>Islamabad.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05754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05200"/>
            <a:ext cx="8229600" cy="1143000"/>
          </a:xfrm>
        </p:spPr>
        <p:txBody>
          <a:bodyPr>
            <a:noAutofit/>
          </a:bodyPr>
          <a:lstStyle/>
          <a:p>
            <a:r>
              <a:rPr lang="en-US" sz="6000" b="1" dirty="0" smtClean="0"/>
              <a:t>Previous Lecture Review</a:t>
            </a:r>
            <a:endParaRPr lang="en-US" sz="60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943600" y="85298"/>
            <a:ext cx="3124104" cy="3038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15048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fld id="{B2083165-F418-4509-9C77-D28BCFA0D3E0}" type="slidenum">
              <a:rPr lang="en-US">
                <a:latin typeface="Arial" pitchFamily="34" charset="0"/>
              </a:rPr>
              <a:pPr/>
              <a:t>3</a:t>
            </a:fld>
            <a:endParaRPr lang="en-US">
              <a:latin typeface="Arial" pitchFamily="34" charset="0"/>
            </a:endParaRPr>
          </a:p>
        </p:txBody>
      </p:sp>
      <p:sp>
        <p:nvSpPr>
          <p:cNvPr id="6656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182688" y="352425"/>
            <a:ext cx="6858000" cy="779463"/>
          </a:xfrm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pPr eaLnBrk="1" hangingPunct="1">
              <a:defRPr/>
            </a:pPr>
            <a:r>
              <a:rPr lang="en-US" dirty="0" smtClean="0"/>
              <a:t>The Cultural Diversity of Entrepreneurship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2128837"/>
            <a:ext cx="7086600" cy="5038725"/>
          </a:xfrm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/>
          </a:bodyPr>
          <a:lstStyle/>
          <a:p>
            <a:r>
              <a:rPr lang="en-US" dirty="0"/>
              <a:t>Young entrepreneurs</a:t>
            </a:r>
          </a:p>
          <a:p>
            <a:r>
              <a:rPr lang="en-US" dirty="0"/>
              <a:t>Women entrepreneurs</a:t>
            </a:r>
          </a:p>
          <a:p>
            <a:r>
              <a:rPr lang="en-US" dirty="0"/>
              <a:t>Minority-owned enterprises</a:t>
            </a:r>
          </a:p>
          <a:p>
            <a:r>
              <a:rPr lang="en-US" dirty="0"/>
              <a:t>Immigrant entrepreneurs</a:t>
            </a:r>
          </a:p>
          <a:p>
            <a:r>
              <a:rPr lang="en-US" dirty="0"/>
              <a:t>Part-time entrepreneurs</a:t>
            </a:r>
          </a:p>
        </p:txBody>
      </p:sp>
      <p:pic>
        <p:nvPicPr>
          <p:cNvPr id="21510" name="Picture 4" descr="j040103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791200" y="4648200"/>
            <a:ext cx="2987675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4117518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fld id="{A02FF639-4119-4261-B1F8-68494DDBFA9A}" type="slidenum">
              <a:rPr lang="en-US">
                <a:latin typeface="Arial" pitchFamily="34" charset="0"/>
              </a:rPr>
              <a:pPr/>
              <a:t>4</a:t>
            </a:fld>
            <a:endParaRPr lang="en-US">
              <a:latin typeface="Arial" pitchFamily="34" charset="0"/>
            </a:endParaRPr>
          </a:p>
        </p:txBody>
      </p:sp>
      <p:sp>
        <p:nvSpPr>
          <p:cNvPr id="5222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182688" y="352425"/>
            <a:ext cx="6858000" cy="779463"/>
          </a:xfrm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pPr eaLnBrk="1" hangingPunct="1">
              <a:defRPr/>
            </a:pPr>
            <a:r>
              <a:rPr lang="en-US" dirty="0" smtClean="0"/>
              <a:t>The Cultural Diversity of Entrepreneurship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1600200"/>
            <a:ext cx="7331075" cy="4745038"/>
          </a:xfrm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pPr eaLnBrk="1" hangingPunct="1">
              <a:defRPr/>
            </a:pPr>
            <a:r>
              <a:rPr lang="en-US" dirty="0" smtClean="0"/>
              <a:t>Home-based businesses</a:t>
            </a:r>
          </a:p>
          <a:p>
            <a:pPr eaLnBrk="1" hangingPunct="1">
              <a:defRPr/>
            </a:pPr>
            <a:r>
              <a:rPr lang="en-US" dirty="0" smtClean="0"/>
              <a:t>Family businesses</a:t>
            </a:r>
          </a:p>
          <a:p>
            <a:pPr eaLnBrk="1" hangingPunct="1">
              <a:defRPr/>
            </a:pPr>
            <a:r>
              <a:rPr lang="en-US" dirty="0" err="1" smtClean="0"/>
              <a:t>Copreneurs</a:t>
            </a:r>
            <a:endParaRPr lang="en-US" dirty="0" smtClean="0"/>
          </a:p>
          <a:p>
            <a:pPr eaLnBrk="1" hangingPunct="1">
              <a:defRPr/>
            </a:pPr>
            <a:r>
              <a:rPr lang="en-US" dirty="0" smtClean="0"/>
              <a:t>Corporate castoffs</a:t>
            </a:r>
          </a:p>
          <a:p>
            <a:pPr eaLnBrk="1" hangingPunct="1">
              <a:defRPr/>
            </a:pPr>
            <a:r>
              <a:rPr lang="en-US" dirty="0" smtClean="0"/>
              <a:t>Corporate dropouts</a:t>
            </a:r>
          </a:p>
        </p:txBody>
      </p:sp>
      <p:pic>
        <p:nvPicPr>
          <p:cNvPr id="22534" name="Picture 5" descr="j040103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791200" y="4648200"/>
            <a:ext cx="2987675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4013076839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7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124200"/>
            <a:ext cx="8229600" cy="1143000"/>
          </a:xfrm>
        </p:spPr>
        <p:txBody>
          <a:bodyPr>
            <a:normAutofit/>
          </a:bodyPr>
          <a:lstStyle/>
          <a:p>
            <a:r>
              <a:rPr lang="en-US" sz="6600" b="1" dirty="0" smtClean="0"/>
              <a:t>TODAY’S LECTURE</a:t>
            </a:r>
            <a:endParaRPr lang="en-US" sz="6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943600" y="85298"/>
            <a:ext cx="3124104" cy="30389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fld id="{D4F9F8A6-4974-4CB0-972C-B09226E3973D}" type="slidenum">
              <a:rPr lang="en-US">
                <a:latin typeface="Arial" pitchFamily="34" charset="0"/>
              </a:rPr>
              <a:pPr/>
              <a:t>6</a:t>
            </a:fld>
            <a:endParaRPr lang="en-US">
              <a:latin typeface="Arial" pitchFamily="34" charset="0"/>
            </a:endParaRPr>
          </a:p>
        </p:txBody>
      </p:sp>
      <p:sp>
        <p:nvSpPr>
          <p:cNvPr id="3481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 smtClean="0"/>
              <a:t>Deadly Mistakes of Entrepreneurship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905000"/>
            <a:ext cx="7620000" cy="4525963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Management mistakes</a:t>
            </a:r>
          </a:p>
          <a:p>
            <a:pPr>
              <a:defRPr/>
            </a:pPr>
            <a:r>
              <a:rPr lang="en-US" dirty="0" smtClean="0"/>
              <a:t>Lack of experience</a:t>
            </a:r>
          </a:p>
          <a:p>
            <a:pPr>
              <a:defRPr/>
            </a:pPr>
            <a:r>
              <a:rPr lang="en-US" dirty="0" smtClean="0"/>
              <a:t>Poor financial control</a:t>
            </a:r>
          </a:p>
          <a:p>
            <a:pPr>
              <a:defRPr/>
            </a:pPr>
            <a:r>
              <a:rPr lang="en-US" dirty="0" smtClean="0"/>
              <a:t>Weak marketing efforts</a:t>
            </a:r>
          </a:p>
          <a:p>
            <a:pPr>
              <a:defRPr/>
            </a:pPr>
            <a:r>
              <a:rPr lang="en-US" dirty="0" smtClean="0"/>
              <a:t>Failure to develop a strategic plan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248400" y="1371600"/>
            <a:ext cx="2371725" cy="192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315893026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fld id="{156419E4-4A52-4503-8364-B6F38E113226}" type="slidenum">
              <a:rPr lang="en-US">
                <a:latin typeface="Arial" pitchFamily="34" charset="0"/>
              </a:rPr>
              <a:pPr/>
              <a:t>7</a:t>
            </a:fld>
            <a:endParaRPr lang="en-US">
              <a:latin typeface="Arial" pitchFamily="34" charset="0"/>
            </a:endParaRPr>
          </a:p>
        </p:txBody>
      </p:sp>
      <p:sp>
        <p:nvSpPr>
          <p:cNvPr id="358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0" y="304800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 smtClean="0"/>
              <a:t>Ten Deadly Mistakes of Entrepreneurship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828800"/>
            <a:ext cx="7696200" cy="4525963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Uncontrolled growth</a:t>
            </a:r>
          </a:p>
          <a:p>
            <a:pPr>
              <a:defRPr/>
            </a:pPr>
            <a:r>
              <a:rPr lang="en-US" dirty="0" smtClean="0"/>
              <a:t>Poor location</a:t>
            </a:r>
          </a:p>
          <a:p>
            <a:pPr>
              <a:defRPr/>
            </a:pPr>
            <a:r>
              <a:rPr lang="en-US" dirty="0" smtClean="0"/>
              <a:t>Improper inventory control</a:t>
            </a:r>
          </a:p>
          <a:p>
            <a:pPr>
              <a:defRPr/>
            </a:pPr>
            <a:r>
              <a:rPr lang="en-US" dirty="0" smtClean="0"/>
              <a:t>Incorrect pricing</a:t>
            </a:r>
          </a:p>
          <a:p>
            <a:pPr>
              <a:defRPr/>
            </a:pPr>
            <a:r>
              <a:rPr lang="en-US" dirty="0" smtClean="0"/>
              <a:t>Inability to make the “entrepreneurial transition”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943600" y="990600"/>
            <a:ext cx="3073400" cy="307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47636254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fld id="{99800E49-E4AD-4E6E-B0E8-C3D836A2F73A}" type="slidenum">
              <a:rPr lang="en-US">
                <a:latin typeface="Arial" pitchFamily="34" charset="0"/>
              </a:rPr>
              <a:pPr/>
              <a:t>8</a:t>
            </a:fld>
            <a:endParaRPr lang="en-US">
              <a:latin typeface="Arial" pitchFamily="34" charset="0"/>
            </a:endParaRPr>
          </a:p>
        </p:txBody>
      </p:sp>
      <p:sp>
        <p:nvSpPr>
          <p:cNvPr id="5427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Putting Failure into Perspective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752600"/>
            <a:ext cx="7848600" cy="4373563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Entrepreneurs are </a:t>
            </a:r>
            <a:r>
              <a:rPr lang="en-US" i="1" dirty="0" smtClean="0"/>
              <a:t>not</a:t>
            </a:r>
            <a:r>
              <a:rPr lang="en-US" dirty="0" smtClean="0"/>
              <a:t> paralyzed by the prospect of failure.</a:t>
            </a:r>
          </a:p>
          <a:p>
            <a:pPr eaLnBrk="1" hangingPunct="1">
              <a:defRPr/>
            </a:pPr>
            <a:r>
              <a:rPr lang="en-US" dirty="0" smtClean="0"/>
              <a:t>Failure – a natural part of the creative process.  </a:t>
            </a:r>
          </a:p>
          <a:p>
            <a:pPr eaLnBrk="1" hangingPunct="1">
              <a:defRPr/>
            </a:pPr>
            <a:r>
              <a:rPr lang="en-US" dirty="0" smtClean="0"/>
              <a:t>Successful entrepreneurs learn to fail </a:t>
            </a:r>
            <a:r>
              <a:rPr lang="en-US" i="1" dirty="0" smtClean="0"/>
              <a:t>intelligently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88421902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5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fld id="{DB232228-AB36-4E52-A701-0F64D8DE0667}" type="slidenum">
              <a:rPr lang="en-US">
                <a:latin typeface="Arial" pitchFamily="34" charset="0"/>
              </a:rPr>
              <a:pPr/>
              <a:t>9</a:t>
            </a:fld>
            <a:endParaRPr lang="en-US">
              <a:latin typeface="Arial" pitchFamily="34" charset="0"/>
            </a:endParaRPr>
          </a:p>
        </p:txBody>
      </p:sp>
      <p:sp>
        <p:nvSpPr>
          <p:cNvPr id="2150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447800" y="387350"/>
            <a:ext cx="5638800" cy="1100138"/>
          </a:xfrm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dirty="0" smtClean="0"/>
              <a:t>Avoiding the Pitfalls of </a:t>
            </a:r>
            <a:br>
              <a:rPr lang="en-US" dirty="0" smtClean="0"/>
            </a:br>
            <a:r>
              <a:rPr lang="en-US" dirty="0" smtClean="0"/>
              <a:t>Small Business Failure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2133600"/>
            <a:ext cx="6629400" cy="3810000"/>
          </a:xfrm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pPr eaLnBrk="1" hangingPunct="1">
              <a:defRPr/>
            </a:pPr>
            <a:r>
              <a:rPr lang="en-US" dirty="0" smtClean="0"/>
              <a:t>Know your business in depth</a:t>
            </a:r>
          </a:p>
          <a:p>
            <a:pPr eaLnBrk="1" hangingPunct="1">
              <a:defRPr/>
            </a:pPr>
            <a:r>
              <a:rPr lang="en-US" dirty="0" smtClean="0"/>
              <a:t>Develop a solid business plan</a:t>
            </a:r>
          </a:p>
          <a:p>
            <a:pPr eaLnBrk="1" hangingPunct="1">
              <a:defRPr/>
            </a:pPr>
            <a:r>
              <a:rPr lang="en-US" dirty="0" smtClean="0"/>
              <a:t>Manage financial resources</a:t>
            </a:r>
          </a:p>
          <a:p>
            <a:pPr eaLnBrk="1" hangingPunct="1">
              <a:defRPr/>
            </a:pPr>
            <a:r>
              <a:rPr lang="en-US" dirty="0" smtClean="0"/>
              <a:t>Understand financial statements</a:t>
            </a:r>
          </a:p>
          <a:p>
            <a:pPr eaLnBrk="1" hangingPunct="1">
              <a:defRPr/>
            </a:pPr>
            <a:r>
              <a:rPr lang="en-US" dirty="0" smtClean="0"/>
              <a:t>Learn to manage people effectively</a:t>
            </a:r>
          </a:p>
          <a:p>
            <a:pPr eaLnBrk="1" hangingPunct="1">
              <a:defRPr/>
            </a:pPr>
            <a:r>
              <a:rPr lang="en-US" dirty="0" smtClean="0"/>
              <a:t>Keep in tune with yourself</a:t>
            </a:r>
          </a:p>
        </p:txBody>
      </p:sp>
      <p:pic>
        <p:nvPicPr>
          <p:cNvPr id="30726" name="Picture 5" descr="bd19878_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391400" y="3733800"/>
            <a:ext cx="1473200" cy="273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3144073222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build="p" autoUpdateAnimBg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</TotalTime>
  <Words>171</Words>
  <Application>Microsoft Office PowerPoint</Application>
  <PresentationFormat>On-screen Show (4:3)</PresentationFormat>
  <Paragraphs>56</Paragraphs>
  <Slides>9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ENTREPRENEURSHIP </vt:lpstr>
      <vt:lpstr>Previous Lecture Review</vt:lpstr>
      <vt:lpstr>The Cultural Diversity of Entrepreneurship</vt:lpstr>
      <vt:lpstr>The Cultural Diversity of Entrepreneurship</vt:lpstr>
      <vt:lpstr>TODAY’S LECTURE</vt:lpstr>
      <vt:lpstr>Deadly Mistakes of Entrepreneurship</vt:lpstr>
      <vt:lpstr>Ten Deadly Mistakes of Entrepreneurship</vt:lpstr>
      <vt:lpstr>Putting Failure into Perspective</vt:lpstr>
      <vt:lpstr>Avoiding the Pitfalls of  Small Business Failure</vt:lpstr>
    </vt:vector>
  </TitlesOfParts>
  <Company>MyCompanyName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OBJECTIVES</dc:title>
  <dc:creator>MyUserName</dc:creator>
  <cp:lastModifiedBy>Sara</cp:lastModifiedBy>
  <cp:revision>22</cp:revision>
  <dcterms:created xsi:type="dcterms:W3CDTF">2013-09-29T07:52:42Z</dcterms:created>
  <dcterms:modified xsi:type="dcterms:W3CDTF">2019-09-17T04:42:44Z</dcterms:modified>
</cp:coreProperties>
</file>