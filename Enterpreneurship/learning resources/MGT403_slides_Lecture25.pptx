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6" r:id="rId2"/>
    <p:sldId id="386" r:id="rId3"/>
    <p:sldId id="389" r:id="rId4"/>
    <p:sldId id="390" r:id="rId5"/>
    <p:sldId id="392" r:id="rId6"/>
    <p:sldId id="408" r:id="rId7"/>
    <p:sldId id="409" r:id="rId8"/>
    <p:sldId id="393" r:id="rId9"/>
    <p:sldId id="395" r:id="rId10"/>
    <p:sldId id="396" r:id="rId11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6398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9B08-B379-4875-BD0E-8F8985669D50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8E06-6644-4C0A-B5A0-1C489E334BE0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29C30-8FA1-4AEC-A860-FA58C4D30ECF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9377A-EA1B-4BA2-AF6F-3245A63910F5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105B-301A-4C22-8D69-A4AC71FCABC8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66D5-D47E-4BAC-99AB-5D9284AB7E34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245-6A87-4192-B66E-55303014D186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E84-2A19-4DCB-8D93-9027DC2B183C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A814-3939-4717-A8E8-64BAFA540EB0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9F40-6186-4152-8F80-028F7AC4CC3D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B2649-FDAE-4889-B28F-3AEB83C009C3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86F6-278F-40B8-AC45-148BA630F023}" type="datetime1">
              <a:rPr lang="en-US" smtClean="0"/>
              <a:pPr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25</a:t>
            </a: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198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077439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Define </a:t>
            </a:r>
            <a:r>
              <a:rPr lang="en-US" sz="2800" dirty="0" err="1"/>
              <a:t>Intrapreneurs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Types of Corporate Entrepreneurship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Compensation of </a:t>
            </a:r>
            <a:r>
              <a:rPr lang="en-US" sz="2800" dirty="0" err="1"/>
              <a:t>Intrapreneurs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Barriers to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Freedom Factors attached to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Advantages/ Disadvantages of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How Companies can support </a:t>
            </a:r>
            <a:r>
              <a:rPr lang="en-US" sz="2800" dirty="0" err="1"/>
              <a:t>Intrapreneurs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Ten Commandments of </a:t>
            </a:r>
            <a:r>
              <a:rPr lang="en-US" sz="2800" dirty="0" err="1"/>
              <a:t>Intrapreneurship</a:t>
            </a:r>
            <a:endParaRPr lang="en-US" sz="2800" dirty="0"/>
          </a:p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1120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Definition;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12875"/>
            <a:ext cx="7924800" cy="4752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Entrepreneurship within an existing business.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development within a corporation of internal markets, Or autonomous or semi-autonomous business units, that produce products, services, or technologies in a unique way.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An opportunity for corporate managers to take initiative &amp; try new ideas.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An internal corporate venture (ICV)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6400" y="47244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87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Intrapreneurship</a:t>
            </a:r>
            <a:r>
              <a:rPr lang="en-IE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E" dirty="0"/>
              <a:t> </a:t>
            </a:r>
            <a:r>
              <a:rPr lang="en-IE" dirty="0" err="1"/>
              <a:t>Intrapreneurship</a:t>
            </a:r>
            <a:r>
              <a:rPr lang="en-IE" dirty="0"/>
              <a:t> is based on the concept of using entrepreneurial skills within an established firm by encouraging innovation by employees. </a:t>
            </a:r>
          </a:p>
          <a:p>
            <a:pPr marL="0" indent="0">
              <a:buNone/>
            </a:pPr>
            <a:r>
              <a:rPr lang="en-IE" dirty="0"/>
              <a:t>These employees can use start-up business techniques within a firm (large, medium, or small) to create new products or services from existing products or services, or create new synergistic products or services for the company.</a:t>
            </a:r>
          </a:p>
          <a:p>
            <a:pPr marL="0" indent="0">
              <a:buNone/>
            </a:pPr>
            <a:r>
              <a:rPr lang="en-IE" dirty="0"/>
              <a:t> This is accomplished by allowing and fostering non traditional thinking and by encouraging and supporting the use of “out of the box thinking” within the firm.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15200" y="152400"/>
            <a:ext cx="16764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84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Google allows engineers “20-percent time” so that they’re free to work on projects in which they  they have a personal  interest</a:t>
            </a:r>
          </a:p>
          <a:p>
            <a:pPr marL="0" indent="0">
              <a:buNone/>
            </a:pPr>
            <a:r>
              <a:rPr lang="en-IE" dirty="0"/>
              <a:t>  </a:t>
            </a:r>
          </a:p>
          <a:p>
            <a:r>
              <a:rPr lang="en-IE" dirty="0"/>
              <a:t>POST IT NOTES</a:t>
            </a:r>
          </a:p>
          <a:p>
            <a:r>
              <a:rPr lang="en-US" dirty="0"/>
              <a:t>3M </a:t>
            </a:r>
            <a:r>
              <a:rPr lang="en-US" dirty="0" err="1"/>
              <a:t>Intrapreneurs</a:t>
            </a:r>
            <a:r>
              <a:rPr lang="en-US" dirty="0"/>
              <a:t> Spencer Silver and Art Fry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72200" y="4953000"/>
            <a:ext cx="26765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0601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Models of Corporate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Administrative Model</a:t>
            </a:r>
          </a:p>
          <a:p>
            <a:endParaRPr lang="en-IE" dirty="0"/>
          </a:p>
          <a:p>
            <a:r>
              <a:rPr lang="en-IE" dirty="0"/>
              <a:t>Opportunistic Model</a:t>
            </a:r>
          </a:p>
          <a:p>
            <a:endParaRPr lang="en-IE" dirty="0"/>
          </a:p>
          <a:p>
            <a:r>
              <a:rPr lang="en-IE" dirty="0"/>
              <a:t>Acquisitive Model</a:t>
            </a:r>
          </a:p>
          <a:p>
            <a:endParaRPr lang="en-IE" dirty="0"/>
          </a:p>
          <a:p>
            <a:r>
              <a:rPr lang="en-IE" dirty="0"/>
              <a:t>Imitative Model</a:t>
            </a:r>
          </a:p>
          <a:p>
            <a:endParaRPr lang="en-IE" dirty="0"/>
          </a:p>
          <a:p>
            <a:r>
              <a:rPr lang="en-IE" dirty="0" err="1"/>
              <a:t>Incubative</a:t>
            </a:r>
            <a:r>
              <a:rPr lang="en-IE" dirty="0"/>
              <a:t> Model</a:t>
            </a:r>
          </a:p>
          <a:p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38800" y="3886200"/>
            <a:ext cx="2895600" cy="2895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62600" y="1721168"/>
            <a:ext cx="3494015" cy="24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1575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Compensation of </a:t>
            </a:r>
            <a:r>
              <a:rPr lang="en-IE" dirty="0" err="1"/>
              <a:t>Intrapreneurs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Traditional</a:t>
            </a:r>
          </a:p>
          <a:p>
            <a:endParaRPr lang="en-IE" dirty="0"/>
          </a:p>
          <a:p>
            <a:r>
              <a:rPr lang="en-IE" dirty="0"/>
              <a:t>SBU</a:t>
            </a:r>
          </a:p>
          <a:p>
            <a:endParaRPr lang="en-IE" dirty="0"/>
          </a:p>
          <a:p>
            <a:r>
              <a:rPr lang="en-IE" dirty="0"/>
              <a:t>Corporate Spin Off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48200" y="3124200"/>
            <a:ext cx="4038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023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Skills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It takes a unique set of skills beyond </a:t>
            </a:r>
            <a:r>
              <a:rPr lang="en-IE" b="1" dirty="0"/>
              <a:t>creativity </a:t>
            </a:r>
            <a:r>
              <a:rPr lang="en-IE" dirty="0"/>
              <a:t>in order to become a successful </a:t>
            </a:r>
            <a:r>
              <a:rPr lang="en-IE" dirty="0" err="1"/>
              <a:t>intrapreneur</a:t>
            </a:r>
            <a:r>
              <a:rPr lang="en-IE" dirty="0"/>
              <a:t>. An </a:t>
            </a:r>
            <a:r>
              <a:rPr lang="en-IE" dirty="0" err="1"/>
              <a:t>intrapreneur</a:t>
            </a:r>
            <a:r>
              <a:rPr lang="en-IE" dirty="0"/>
              <a:t> must be willing to take some </a:t>
            </a:r>
            <a:r>
              <a:rPr lang="en-IE" b="1" dirty="0"/>
              <a:t>risks</a:t>
            </a:r>
            <a:r>
              <a:rPr lang="en-IE" dirty="0"/>
              <a:t> at sharing and pushing an unique idea, have the </a:t>
            </a:r>
            <a:r>
              <a:rPr lang="en-IE" b="1" dirty="0"/>
              <a:t>perseverance</a:t>
            </a:r>
            <a:r>
              <a:rPr lang="en-IE" dirty="0"/>
              <a:t> to wait for senior management’s final approval to create and launch a product or service, and possess the </a:t>
            </a:r>
            <a:r>
              <a:rPr lang="en-IE" b="1" dirty="0"/>
              <a:t>drive to see the idea through </a:t>
            </a:r>
            <a:r>
              <a:rPr lang="en-IE" dirty="0"/>
              <a:t>to fruition, no matter what.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72200" y="0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328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barriers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Corporate bureaucracy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Internal product competition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Competing demands for resources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Resistance to change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Absence of “internal venture capitalists” for guidance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employees’ lack of ownership reduces commitment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Corporate environment not as free to creative people as entrepreneurial environment.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31100" y="685800"/>
            <a:ext cx="1612900" cy="2159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4633984"/>
            <a:ext cx="203835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52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Freedom factors</a:t>
            </a:r>
            <a:endParaRPr lang="en-US" sz="26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The right to appoint oneself as an </a:t>
            </a:r>
            <a:r>
              <a:rPr lang="en-US" sz="3600" dirty="0" err="1"/>
              <a:t>intrapreneur</a:t>
            </a:r>
            <a:r>
              <a:rPr lang="en-US" sz="3600" dirty="0"/>
              <a:t>.</a:t>
            </a:r>
          </a:p>
          <a:p>
            <a:r>
              <a:rPr lang="en-US" sz="3600" dirty="0"/>
              <a:t>The right to stay with the venture</a:t>
            </a:r>
          </a:p>
          <a:p>
            <a:r>
              <a:rPr lang="en-US" sz="3600" dirty="0"/>
              <a:t>The right to make decisions</a:t>
            </a:r>
          </a:p>
          <a:p>
            <a:r>
              <a:rPr lang="en-US" sz="3600" dirty="0"/>
              <a:t>The right to appropriate corporate slack</a:t>
            </a:r>
          </a:p>
          <a:p>
            <a:r>
              <a:rPr lang="en-US" sz="3600" dirty="0"/>
              <a:t>The right to start small</a:t>
            </a:r>
          </a:p>
          <a:p>
            <a:endParaRPr lang="en-US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0" y="4699000"/>
            <a:ext cx="17653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6516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303</Words>
  <Application>Microsoft Office PowerPoint</Application>
  <PresentationFormat>On-screen Show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ENTREPRENEURSHIP </vt:lpstr>
      <vt:lpstr>OBJECTIVES</vt:lpstr>
      <vt:lpstr>Definition;</vt:lpstr>
      <vt:lpstr>Intrapreneurship </vt:lpstr>
      <vt:lpstr>Examples</vt:lpstr>
      <vt:lpstr>Models of Corporate Entrepreneurship</vt:lpstr>
      <vt:lpstr>Compensation of Intrapreneurs</vt:lpstr>
      <vt:lpstr>Skills required</vt:lpstr>
      <vt:lpstr>The barriers</vt:lpstr>
      <vt:lpstr>Freedom factors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hammad</cp:lastModifiedBy>
  <cp:revision>161</cp:revision>
  <cp:lastPrinted>2019-05-20T05:05:39Z</cp:lastPrinted>
  <dcterms:created xsi:type="dcterms:W3CDTF">2013-10-03T09:43:12Z</dcterms:created>
  <dcterms:modified xsi:type="dcterms:W3CDTF">2020-09-21T10:24:30Z</dcterms:modified>
</cp:coreProperties>
</file>