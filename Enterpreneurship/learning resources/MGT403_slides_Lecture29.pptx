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EF6C-1F41-4CA0-A063-402EA83A1E93}" type="datetimeFigureOut">
              <a:rPr lang="en-US" smtClean="0"/>
              <a:t>12/8/2020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CBE30-E4B2-4301-9A54-68DD420554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EF6C-1F41-4CA0-A063-402EA83A1E93}" type="datetimeFigureOut">
              <a:rPr lang="en-US" smtClean="0"/>
              <a:t>12/8/2020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CBE30-E4B2-4301-9A54-68DD420554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EF6C-1F41-4CA0-A063-402EA83A1E93}" type="datetimeFigureOut">
              <a:rPr lang="en-US" smtClean="0"/>
              <a:t>12/8/2020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CBE30-E4B2-4301-9A54-68DD420554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EF6C-1F41-4CA0-A063-402EA83A1E93}" type="datetimeFigureOut">
              <a:rPr lang="en-US" smtClean="0"/>
              <a:t>12/8/2020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CBE30-E4B2-4301-9A54-68DD420554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EF6C-1F41-4CA0-A063-402EA83A1E93}" type="datetimeFigureOut">
              <a:rPr lang="en-US" smtClean="0"/>
              <a:t>12/8/2020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CBE30-E4B2-4301-9A54-68DD420554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EF6C-1F41-4CA0-A063-402EA83A1E93}" type="datetimeFigureOut">
              <a:rPr lang="en-US" smtClean="0"/>
              <a:t>12/8/2020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CBE30-E4B2-4301-9A54-68DD420554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EF6C-1F41-4CA0-A063-402EA83A1E93}" type="datetimeFigureOut">
              <a:rPr lang="en-US" smtClean="0"/>
              <a:t>12/8/2020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CBE30-E4B2-4301-9A54-68DD420554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EF6C-1F41-4CA0-A063-402EA83A1E93}" type="datetimeFigureOut">
              <a:rPr lang="en-US" smtClean="0"/>
              <a:t>12/8/2020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CBE30-E4B2-4301-9A54-68DD420554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EF6C-1F41-4CA0-A063-402EA83A1E93}" type="datetimeFigureOut">
              <a:rPr lang="en-US" smtClean="0"/>
              <a:t>12/8/2020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CBE30-E4B2-4301-9A54-68DD420554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EF6C-1F41-4CA0-A063-402EA83A1E93}" type="datetimeFigureOut">
              <a:rPr lang="en-US" smtClean="0"/>
              <a:t>12/8/2020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CBE30-E4B2-4301-9A54-68DD420554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4EF6C-1F41-4CA0-A063-402EA83A1E93}" type="datetimeFigureOut">
              <a:rPr lang="en-US" smtClean="0"/>
              <a:t>12/8/2020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CBE30-E4B2-4301-9A54-68DD420554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4EF6C-1F41-4CA0-A063-402EA83A1E93}" type="datetimeFigureOut">
              <a:rPr lang="en-US" smtClean="0"/>
              <a:t>12/8/2020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BCBE30-E4B2-4301-9A54-68DD420554C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ENTREPRENEURSHIP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dirty="0"/>
              <a:t>Lecture No: </a:t>
            </a:r>
            <a:r>
              <a:rPr lang="en-US" sz="6000" dirty="0" smtClean="0"/>
              <a:t>29</a:t>
            </a:r>
            <a:endParaRPr lang="en-US" sz="6000" dirty="0"/>
          </a:p>
          <a:p>
            <a:pPr marL="0" indent="0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2800" dirty="0"/>
              <a:t>Resource Person:</a:t>
            </a:r>
          </a:p>
          <a:p>
            <a:pPr marL="0" indent="0" algn="ctr">
              <a:buNone/>
            </a:pPr>
            <a:r>
              <a:rPr lang="en-US" sz="3600" dirty="0"/>
              <a:t>Malik </a:t>
            </a:r>
            <a:r>
              <a:rPr lang="en-US" sz="3600" dirty="0" err="1"/>
              <a:t>Jawad</a:t>
            </a:r>
            <a:r>
              <a:rPr lang="en-US" sz="3600" dirty="0"/>
              <a:t> </a:t>
            </a:r>
            <a:r>
              <a:rPr lang="en-US" sz="3600" dirty="0" err="1"/>
              <a:t>Saboor</a:t>
            </a:r>
            <a:endParaRPr lang="en-US" sz="3600" dirty="0"/>
          </a:p>
          <a:p>
            <a:pPr marL="0" indent="0" algn="ctr">
              <a:buNone/>
            </a:pPr>
            <a:r>
              <a:rPr lang="en-US" sz="2000" dirty="0"/>
              <a:t>Assistant Professor</a:t>
            </a:r>
          </a:p>
          <a:p>
            <a:pPr marL="0" indent="0" algn="ctr">
              <a:buNone/>
            </a:pPr>
            <a:r>
              <a:rPr lang="en-US" sz="2000" dirty="0"/>
              <a:t>Department of Management Sciences</a:t>
            </a:r>
          </a:p>
          <a:p>
            <a:pPr marL="0" indent="0" algn="ctr">
              <a:buNone/>
            </a:pPr>
            <a:r>
              <a:rPr lang="en-US" sz="2000" dirty="0"/>
              <a:t>COMSATS Institute of Information Technology</a:t>
            </a:r>
          </a:p>
          <a:p>
            <a:pPr marL="0" indent="0" algn="ctr">
              <a:buNone/>
            </a:pPr>
            <a:r>
              <a:rPr lang="en-US" sz="2000" dirty="0"/>
              <a:t>Islamabad.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D2596-C744-4D7D-B83A-C0CE2C30BEB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41980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068763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5400" dirty="0" smtClean="0"/>
              <a:t>STUDENT PRESENTATION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</Words>
  <Application>Microsoft Office PowerPoint</Application>
  <PresentationFormat>On-screen Show (4:3)</PresentationFormat>
  <Paragraphs>12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ENTREPRENEURSHIP 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ENTREPRENEURSHIP </dc:title>
  <dc:creator>hammad</dc:creator>
  <cp:lastModifiedBy>hammad</cp:lastModifiedBy>
  <cp:revision>1</cp:revision>
  <dcterms:created xsi:type="dcterms:W3CDTF">2020-12-08T15:24:04Z</dcterms:created>
  <dcterms:modified xsi:type="dcterms:W3CDTF">2020-12-08T15:26:12Z</dcterms:modified>
</cp:coreProperties>
</file>