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6" r:id="rId3"/>
    <p:sldId id="287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90" r:id="rId29"/>
    <p:sldId id="281" r:id="rId30"/>
    <p:sldId id="288" r:id="rId31"/>
    <p:sldId id="289" r:id="rId32"/>
    <p:sldId id="284" r:id="rId33"/>
    <p:sldId id="285" r:id="rId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146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153" y="1047307"/>
            <a:ext cx="6953693" cy="1143000"/>
          </a:xfrm>
        </p:spPr>
        <p:txBody>
          <a:bodyPr>
            <a:noAutofit/>
          </a:bodyPr>
          <a:lstStyle/>
          <a:p>
            <a:r>
              <a:rPr sz="5000" dirty="0"/>
              <a:t>Game Development – </a:t>
            </a:r>
            <a:r>
              <a:rPr sz="5000" dirty="0" err="1"/>
              <a:t>Mid</a:t>
            </a:r>
            <a:r>
              <a:rPr lang="en-US" sz="5000" dirty="0" err="1"/>
              <a:t>s</a:t>
            </a:r>
            <a:r>
              <a:rPr sz="5000" dirty="0"/>
              <a:t> Pr</a:t>
            </a:r>
            <a:r>
              <a:rPr lang="en-US" sz="5000" dirty="0"/>
              <a:t>actice </a:t>
            </a:r>
            <a:endParaRPr sz="5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dirty="0"/>
              <a:t>Complete concept-based learning slides</a:t>
            </a:r>
          </a:p>
          <a:p>
            <a:pPr marL="0" indent="0">
              <a:buNone/>
            </a:pPr>
            <a:r>
              <a:rPr dirty="0"/>
              <a:t>Includes explanations + practice +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78A9D-094B-80F1-D38C-0C47694DE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 use in unity scripts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129318-E4C9-6B21-369E-2070127BAD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700" b="1" dirty="0"/>
              <a:t>Awake()</a:t>
            </a:r>
          </a:p>
          <a:p>
            <a:pPr marL="0" indent="0">
              <a:buNone/>
            </a:pPr>
            <a:r>
              <a:rPr lang="en-US" sz="1700" dirty="0"/>
              <a:t>A Unity function that runs when a script is first loaded. It is used for initialization before the game</a:t>
            </a:r>
          </a:p>
          <a:p>
            <a:pPr marL="0" indent="0">
              <a:buNone/>
            </a:pPr>
            <a:r>
              <a:rPr lang="en-US" sz="1700" dirty="0"/>
              <a:t>starts. It runs before Start().</a:t>
            </a:r>
          </a:p>
          <a:p>
            <a:pPr marL="0" indent="0">
              <a:buNone/>
            </a:pPr>
            <a:r>
              <a:rPr lang="en-US" sz="1700" b="1" dirty="0"/>
              <a:t>Start()</a:t>
            </a:r>
          </a:p>
          <a:p>
            <a:pPr marL="0" indent="0">
              <a:buNone/>
            </a:pPr>
            <a:r>
              <a:rPr lang="en-US" sz="1700" dirty="0"/>
              <a:t>A Unity function that runs before the first frame update. It is used to initialize values that depend on</a:t>
            </a:r>
          </a:p>
          <a:p>
            <a:pPr marL="0" indent="0">
              <a:buNone/>
            </a:pPr>
            <a:r>
              <a:rPr lang="en-US" sz="1700" dirty="0"/>
              <a:t>other objects.</a:t>
            </a:r>
          </a:p>
          <a:p>
            <a:pPr marL="0" indent="0">
              <a:buNone/>
            </a:pPr>
            <a:r>
              <a:rPr lang="en-US" sz="1700" b="1" dirty="0" err="1"/>
              <a:t>OnEnable</a:t>
            </a:r>
            <a:r>
              <a:rPr lang="en-US" sz="1700" b="1" dirty="0"/>
              <a:t>()</a:t>
            </a:r>
          </a:p>
          <a:p>
            <a:pPr marL="0" indent="0">
              <a:buNone/>
            </a:pPr>
            <a:r>
              <a:rPr lang="en-US" sz="1700" dirty="0"/>
              <a:t>Called when the object becomes active. Useful for resetting values or enabling behavior.</a:t>
            </a:r>
          </a:p>
          <a:p>
            <a:pPr marL="0" indent="0">
              <a:buNone/>
            </a:pPr>
            <a:r>
              <a:rPr lang="en-US" sz="1700" b="1" dirty="0"/>
              <a:t>Transform</a:t>
            </a:r>
          </a:p>
          <a:p>
            <a:pPr marL="0" indent="0">
              <a:buNone/>
            </a:pPr>
            <a:r>
              <a:rPr lang="en-US" sz="1700" dirty="0"/>
              <a:t>A component that stores position, rotation, and scale of an object in the game world.</a:t>
            </a:r>
          </a:p>
          <a:p>
            <a:pPr marL="0" indent="0">
              <a:buNone/>
            </a:pPr>
            <a:r>
              <a:rPr lang="en-US" sz="1700" b="1" dirty="0"/>
              <a:t>Position vs </a:t>
            </a:r>
            <a:r>
              <a:rPr lang="en-US" sz="1700" b="1" dirty="0" err="1"/>
              <a:t>LocalPosition</a:t>
            </a:r>
            <a:endParaRPr lang="en-US" sz="1700" b="1" dirty="0"/>
          </a:p>
          <a:p>
            <a:pPr marL="0" indent="0">
              <a:buNone/>
            </a:pPr>
            <a:r>
              <a:rPr lang="en-US" sz="1700" dirty="0"/>
              <a:t>Position is the world position of an object. </a:t>
            </a:r>
            <a:r>
              <a:rPr lang="en-US" sz="1700" dirty="0" err="1"/>
              <a:t>LocalPosition</a:t>
            </a:r>
            <a:r>
              <a:rPr lang="en-US" sz="1700" dirty="0"/>
              <a:t> is relative to its parent object.</a:t>
            </a:r>
          </a:p>
          <a:p>
            <a:pPr marL="0" indent="0">
              <a:buNone/>
            </a:pPr>
            <a:r>
              <a:rPr lang="en-US" sz="1700" b="1" dirty="0"/>
              <a:t>Static Variable</a:t>
            </a:r>
          </a:p>
          <a:p>
            <a:pPr marL="0" indent="0">
              <a:buNone/>
            </a:pPr>
            <a:r>
              <a:rPr lang="en-US" sz="1700" dirty="0"/>
              <a:t>A variable shared across all instances of a class. It persists even when scenes reload.</a:t>
            </a:r>
          </a:p>
        </p:txBody>
      </p:sp>
    </p:spTree>
    <p:extLst>
      <p:ext uri="{BB962C8B-B14F-4D97-AF65-F5344CB8AC3E}">
        <p14:creationId xmlns:p14="http://schemas.microsoft.com/office/powerpoint/2010/main" val="2512831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87076-C3FA-38D6-9ED1-629D601B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86810"/>
            <a:ext cx="8910084" cy="490517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 err="1"/>
              <a:t>FixedUpdate</a:t>
            </a:r>
            <a:r>
              <a:rPr lang="en-US" sz="1600" b="1" dirty="0"/>
              <a:t>()</a:t>
            </a:r>
          </a:p>
          <a:p>
            <a:pPr marL="0" indent="0">
              <a:buNone/>
            </a:pPr>
            <a:r>
              <a:rPr lang="en-US" sz="1600" dirty="0"/>
              <a:t>A Unity function used for physics updates. It runs at fixed time intervals.</a:t>
            </a:r>
          </a:p>
          <a:p>
            <a:pPr marL="0" indent="0">
              <a:buNone/>
            </a:pPr>
            <a:r>
              <a:rPr lang="en-US" sz="1600" b="1" dirty="0"/>
              <a:t>Update()</a:t>
            </a:r>
          </a:p>
          <a:p>
            <a:pPr marL="0" indent="0">
              <a:buNone/>
            </a:pPr>
            <a:r>
              <a:rPr lang="en-US" sz="1600" dirty="0"/>
              <a:t>A Unity function that runs every frame. Used for input and non-physics logic.</a:t>
            </a:r>
          </a:p>
          <a:p>
            <a:pPr marL="0" indent="0">
              <a:buNone/>
            </a:pPr>
            <a:r>
              <a:rPr lang="en-US" sz="1600" b="1" dirty="0"/>
              <a:t>Coroutine</a:t>
            </a:r>
          </a:p>
          <a:p>
            <a:pPr marL="0" indent="0">
              <a:buNone/>
            </a:pPr>
            <a:r>
              <a:rPr lang="en-US" sz="1600" dirty="0"/>
              <a:t>A function that can pause execution and continue later using 'yield'.</a:t>
            </a:r>
          </a:p>
          <a:p>
            <a:pPr marL="0" indent="0">
              <a:buNone/>
            </a:pPr>
            <a:r>
              <a:rPr lang="en-US" sz="1600" b="1" dirty="0" err="1"/>
              <a:t>Rigidbody</a:t>
            </a:r>
            <a:endParaRPr lang="en-US" sz="1600" b="1" dirty="0"/>
          </a:p>
          <a:p>
            <a:pPr marL="0" indent="0">
              <a:buNone/>
            </a:pPr>
            <a:r>
              <a:rPr lang="en-US" sz="1600" dirty="0"/>
              <a:t>A component that enables physics on an object like gravity and force.</a:t>
            </a:r>
          </a:p>
          <a:p>
            <a:pPr marL="0" indent="0">
              <a:buNone/>
            </a:pPr>
            <a:r>
              <a:rPr lang="en-US" sz="1600" b="1" dirty="0"/>
              <a:t>Collider</a:t>
            </a:r>
          </a:p>
          <a:p>
            <a:pPr marL="0" indent="0">
              <a:buNone/>
            </a:pPr>
            <a:r>
              <a:rPr lang="en-US" sz="1600" dirty="0"/>
              <a:t>A component that defines the shape of an object for collision detection.</a:t>
            </a:r>
          </a:p>
          <a:p>
            <a:pPr marL="0" indent="0">
              <a:buNone/>
            </a:pPr>
            <a:r>
              <a:rPr lang="en-US" sz="1600" b="1" dirty="0" err="1"/>
              <a:t>Raycasting</a:t>
            </a:r>
            <a:endParaRPr lang="en-US" sz="1600" b="1" dirty="0"/>
          </a:p>
          <a:p>
            <a:pPr marL="0" indent="0">
              <a:buNone/>
            </a:pPr>
            <a:r>
              <a:rPr lang="en-US" sz="1600" dirty="0"/>
              <a:t>A method of shooting an invisible ray to detect objects in a direction.</a:t>
            </a:r>
          </a:p>
          <a:p>
            <a:pPr marL="0" indent="0">
              <a:buNone/>
            </a:pPr>
            <a:r>
              <a:rPr lang="en-US" sz="1600" b="1" dirty="0"/>
              <a:t>Destroy()</a:t>
            </a:r>
          </a:p>
          <a:p>
            <a:pPr marL="0" indent="0">
              <a:buNone/>
            </a:pPr>
            <a:r>
              <a:rPr lang="en-US" sz="1600" dirty="0"/>
              <a:t>A function that removes an object, but actually destroys it at the end of the frame.</a:t>
            </a:r>
          </a:p>
          <a:p>
            <a:pPr marL="0" indent="0">
              <a:buNone/>
            </a:pPr>
            <a:r>
              <a:rPr lang="en-US" sz="1600" b="1" dirty="0" err="1"/>
              <a:t>Time.deltaTime</a:t>
            </a:r>
            <a:endParaRPr lang="en-US" sz="1600" b="1" dirty="0"/>
          </a:p>
          <a:p>
            <a:pPr marL="0" indent="0">
              <a:buNone/>
            </a:pPr>
            <a:r>
              <a:rPr lang="en-US" sz="1600" dirty="0"/>
              <a:t>The time between two frames. Used to make movement smooth and frame-independent.</a:t>
            </a:r>
          </a:p>
          <a:p>
            <a:pPr marL="0" indent="0">
              <a:buNone/>
            </a:pPr>
            <a:r>
              <a:rPr lang="en-US" sz="1600" b="1" dirty="0" err="1"/>
              <a:t>SceneManager.LoadScene</a:t>
            </a:r>
            <a:r>
              <a:rPr lang="en-US" sz="1600" b="1" dirty="0"/>
              <a:t>()</a:t>
            </a:r>
          </a:p>
          <a:p>
            <a:pPr marL="0" indent="0">
              <a:buNone/>
            </a:pPr>
            <a:r>
              <a:rPr lang="en-US" sz="1600" dirty="0"/>
              <a:t>A function used to load or reload scenes in Unity.</a:t>
            </a:r>
          </a:p>
        </p:txBody>
      </p:sp>
    </p:spTree>
    <p:extLst>
      <p:ext uri="{BB962C8B-B14F-4D97-AF65-F5344CB8AC3E}">
        <p14:creationId xmlns:p14="http://schemas.microsoft.com/office/powerpoint/2010/main" val="2092181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Awake(), Start(), OnEnable()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Awake(): Runs first when script loads</a:t>
            </a:r>
          </a:p>
          <a:p>
            <a:r>
              <a:t>Start(): Runs before first frame</a:t>
            </a:r>
          </a:p>
          <a:p>
            <a:r>
              <a:t>OnEnable(): Runs when object becomes active</a:t>
            </a:r>
          </a:p>
          <a:p>
            <a:endParaRPr/>
          </a:p>
          <a:p>
            <a:r>
              <a:t>Key: All Awake() run before any Start()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Execution Order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public class A : </a:t>
            </a:r>
            <a:r>
              <a:rPr lang="en-US" dirty="0" err="1"/>
              <a:t>MonoBehaviour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    void Awake() { </a:t>
            </a:r>
            <a:r>
              <a:rPr lang="en-US" dirty="0" err="1"/>
              <a:t>Debug.Log</a:t>
            </a:r>
            <a:r>
              <a:rPr lang="en-US" dirty="0"/>
              <a:t>("A Awake"); }</a:t>
            </a:r>
          </a:p>
          <a:p>
            <a:pPr marL="0" indent="0">
              <a:buNone/>
            </a:pPr>
            <a:r>
              <a:rPr lang="en-US" dirty="0"/>
              <a:t>    void Start() { </a:t>
            </a:r>
            <a:r>
              <a:rPr lang="en-US" dirty="0" err="1"/>
              <a:t>Debug.Log</a:t>
            </a:r>
            <a:r>
              <a:rPr lang="en-US" dirty="0"/>
              <a:t>("A Start");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public class B : </a:t>
            </a:r>
            <a:r>
              <a:rPr lang="en-US" dirty="0" err="1"/>
              <a:t>MonoBehaviour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    void Start() { </a:t>
            </a:r>
            <a:r>
              <a:rPr lang="en-US" dirty="0" err="1"/>
              <a:t>Debug.Log</a:t>
            </a:r>
            <a:r>
              <a:rPr lang="en-US" dirty="0"/>
              <a:t>("B Start"); }</a:t>
            </a:r>
          </a:p>
          <a:p>
            <a:pPr marL="0" indent="0">
              <a:buNone/>
            </a:pPr>
            <a:r>
              <a:rPr lang="en-US" dirty="0"/>
              <a:t>    void Awake() { </a:t>
            </a:r>
            <a:r>
              <a:rPr lang="en-US" dirty="0" err="1"/>
              <a:t>Debug.Log</a:t>
            </a:r>
            <a:r>
              <a:rPr lang="en-US" dirty="0"/>
              <a:t>("B Awake");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r>
              <a:rPr b="1" dirty="0"/>
              <a:t>If multiple scripts exist:</a:t>
            </a:r>
          </a:p>
          <a:p>
            <a:r>
              <a:rPr b="1" dirty="0"/>
              <a:t>Awake() order → random</a:t>
            </a:r>
          </a:p>
          <a:p>
            <a:r>
              <a:rPr b="1" dirty="0"/>
              <a:t>Start() order → random</a:t>
            </a:r>
          </a:p>
          <a:p>
            <a:endParaRPr b="1" dirty="0"/>
          </a:p>
          <a:p>
            <a:r>
              <a:rPr b="1" dirty="0"/>
              <a:t>BUT:</a:t>
            </a:r>
          </a:p>
          <a:p>
            <a:r>
              <a:rPr b="1" dirty="0"/>
              <a:t>All Awake() finish → then Start() begins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Execution Practice +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Q: Which runs first?</a:t>
            </a:r>
          </a:p>
          <a:p>
            <a:r>
              <a:t>Answer: Awake() always before Start()</a:t>
            </a:r>
          </a:p>
          <a:p>
            <a:endParaRPr/>
          </a:p>
          <a:p>
            <a:r>
              <a:t>Q: Can Start run multiple times?</a:t>
            </a:r>
          </a:p>
          <a:p>
            <a:r>
              <a:t>Answer: No, only once per object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Transform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position → world position</a:t>
            </a:r>
          </a:p>
          <a:p>
            <a:r>
              <a:rPr dirty="0" err="1"/>
              <a:t>localPosition</a:t>
            </a:r>
            <a:r>
              <a:rPr dirty="0"/>
              <a:t> → relative to parent</a:t>
            </a:r>
          </a:p>
          <a:p>
            <a:endParaRPr dirty="0"/>
          </a:p>
          <a:p>
            <a:r>
              <a:rPr lang="en-US" dirty="0"/>
              <a:t>World</a:t>
            </a:r>
            <a:r>
              <a:rPr dirty="0"/>
              <a:t> Position = Parent Position + Local Position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Transform Example +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void Start() {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GameObject</a:t>
            </a:r>
            <a:r>
              <a:rPr lang="en-US" dirty="0"/>
              <a:t> parent = new </a:t>
            </a:r>
            <a:r>
              <a:rPr lang="en-US" dirty="0" err="1"/>
              <a:t>GameObject</a:t>
            </a:r>
            <a:r>
              <a:rPr lang="en-US" dirty="0"/>
              <a:t>("Parent");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GameObject</a:t>
            </a:r>
            <a:r>
              <a:rPr lang="en-US" dirty="0"/>
              <a:t> cube = </a:t>
            </a:r>
            <a:r>
              <a:rPr lang="en-US" dirty="0" err="1"/>
              <a:t>GameObject.CreatePrimitive</a:t>
            </a:r>
            <a:r>
              <a:rPr lang="en-US" dirty="0"/>
              <a:t>(</a:t>
            </a:r>
            <a:r>
              <a:rPr lang="en-US" dirty="0" err="1"/>
              <a:t>PrimitiveType.Cube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cube.transform.parent</a:t>
            </a:r>
            <a:r>
              <a:rPr lang="en-US" dirty="0"/>
              <a:t> = </a:t>
            </a:r>
            <a:r>
              <a:rPr lang="en-US" dirty="0" err="1"/>
              <a:t>parent.transform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parent.transform.position</a:t>
            </a:r>
            <a:r>
              <a:rPr lang="en-US" dirty="0"/>
              <a:t> = new Vector3(5, 0, 0);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cube.transform.localPosition</a:t>
            </a:r>
            <a:r>
              <a:rPr lang="en-US" dirty="0"/>
              <a:t> = new Vector3(2, 0, 0);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Debug.Log</a:t>
            </a:r>
            <a:r>
              <a:rPr lang="en-US" dirty="0"/>
              <a:t>(</a:t>
            </a:r>
            <a:r>
              <a:rPr lang="en-US" dirty="0" err="1"/>
              <a:t>cube.transform.position</a:t>
            </a:r>
            <a:r>
              <a:rPr lang="en-US" dirty="0"/>
              <a:t>);</a:t>
            </a:r>
          </a:p>
          <a:p>
            <a:pPr marL="0" indent="0">
              <a:buNone/>
            </a:pPr>
            <a:endParaRPr lang="en-US" dirty="0"/>
          </a:p>
          <a:p>
            <a:r>
              <a:rPr b="1" dirty="0"/>
              <a:t>Parent (5,0,0), Child local (2,0,0)</a:t>
            </a:r>
          </a:p>
          <a:p>
            <a:r>
              <a:rPr b="1" dirty="0"/>
              <a:t>Final = (7,0,0)</a:t>
            </a:r>
          </a:p>
          <a:p>
            <a:endParaRPr b="1" dirty="0"/>
          </a:p>
          <a:p>
            <a:r>
              <a:rPr b="1" dirty="0"/>
              <a:t>Concept: Child follows parent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Transform Advanced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If parent moves → child moves</a:t>
            </a:r>
          </a:p>
          <a:p>
            <a:r>
              <a:t>If parent rotates → child rotates</a:t>
            </a:r>
          </a:p>
          <a:p>
            <a:endParaRPr/>
          </a:p>
          <a:p>
            <a:r>
              <a:t>Hierarchy controls movement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Static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Definition: Shared variable for all objects</a:t>
            </a:r>
          </a:p>
          <a:p>
            <a:endParaRPr/>
          </a:p>
          <a:p>
            <a:r>
              <a:t>Key Feature:</a:t>
            </a:r>
          </a:p>
          <a:p>
            <a:r>
              <a:t>Static persists across scenes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Static Example +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public class Counter : </a:t>
            </a:r>
            <a:r>
              <a:rPr lang="en-US" dirty="0" err="1"/>
              <a:t>MonoBehaviour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    public static int value = 0;</a:t>
            </a:r>
          </a:p>
          <a:p>
            <a:pPr marL="0" indent="0">
              <a:buNone/>
            </a:pPr>
            <a:r>
              <a:rPr lang="en-US" dirty="0"/>
              <a:t>    void Start() {</a:t>
            </a:r>
          </a:p>
          <a:p>
            <a:pPr marL="0" indent="0">
              <a:buNone/>
            </a:pPr>
            <a:r>
              <a:rPr lang="en-US" dirty="0"/>
              <a:t>        value++;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Debug.Log</a:t>
            </a:r>
            <a:r>
              <a:rPr lang="en-US" dirty="0"/>
              <a:t>(value);</a:t>
            </a:r>
          </a:p>
          <a:p>
            <a:pPr marL="0" indent="0">
              <a:buNone/>
            </a:pPr>
            <a:endParaRPr lang="en-US" dirty="0"/>
          </a:p>
          <a:p>
            <a:r>
              <a:rPr b="1" dirty="0"/>
              <a:t>value++ on each reload</a:t>
            </a:r>
          </a:p>
          <a:p>
            <a:r>
              <a:rPr b="1" dirty="0"/>
              <a:t>Output: 1,2,3,...</a:t>
            </a:r>
          </a:p>
          <a:p>
            <a:endParaRPr b="1" dirty="0"/>
          </a:p>
          <a:p>
            <a:r>
              <a:rPr b="1" dirty="0"/>
              <a:t>Reason: static not reset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Static vs Non-Static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Static:</a:t>
            </a:r>
          </a:p>
          <a:p>
            <a:r>
              <a:t>- Shared</a:t>
            </a:r>
          </a:p>
          <a:p>
            <a:r>
              <a:t>- Persistent</a:t>
            </a:r>
          </a:p>
          <a:p>
            <a:endParaRPr/>
          </a:p>
          <a:p>
            <a:r>
              <a:t>Non-static:</a:t>
            </a:r>
          </a:p>
          <a:p>
            <a:r>
              <a:t>- Reset every scene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Physics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void Update() {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Rigidbody</a:t>
            </a:r>
            <a:r>
              <a:rPr lang="en-US" dirty="0"/>
              <a:t> </a:t>
            </a:r>
            <a:r>
              <a:rPr lang="en-US" dirty="0" err="1"/>
              <a:t>rb</a:t>
            </a:r>
            <a:r>
              <a:rPr lang="en-US" dirty="0"/>
              <a:t> = </a:t>
            </a:r>
            <a:r>
              <a:rPr lang="en-US" dirty="0" err="1"/>
              <a:t>GetComponent</a:t>
            </a:r>
            <a:r>
              <a:rPr lang="en-US" dirty="0"/>
              <a:t>&lt;</a:t>
            </a:r>
            <a:r>
              <a:rPr lang="en-US" dirty="0" err="1"/>
              <a:t>Rigidbody</a:t>
            </a:r>
            <a:r>
              <a:rPr lang="en-US" dirty="0"/>
              <a:t>&gt;();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rb.AddForce</a:t>
            </a:r>
            <a:r>
              <a:rPr lang="en-US" dirty="0"/>
              <a:t>(Vector3.forward * 10f);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b="1" dirty="0"/>
              <a:t>Use </a:t>
            </a:r>
            <a:r>
              <a:rPr b="1" dirty="0" err="1"/>
              <a:t>FixedUpdate</a:t>
            </a:r>
            <a:r>
              <a:rPr b="1" dirty="0"/>
              <a:t>() for physics</a:t>
            </a:r>
          </a:p>
          <a:p>
            <a:r>
              <a:rPr b="1" dirty="0"/>
              <a:t>Use Update() for input</a:t>
            </a:r>
          </a:p>
          <a:p>
            <a:r>
              <a:rPr b="1" dirty="0"/>
              <a:t>Reason:</a:t>
            </a:r>
          </a:p>
          <a:p>
            <a:r>
              <a:rPr b="1" dirty="0"/>
              <a:t>Physics runs at fixed time steps</a:t>
            </a:r>
            <a:r>
              <a:rPr lang="en-US" b="1" dirty="0"/>
              <a:t>. The object will accelerate infinitely because </a:t>
            </a:r>
            <a:r>
              <a:rPr lang="en-US" b="1" dirty="0" err="1"/>
              <a:t>AddForce</a:t>
            </a:r>
            <a:r>
              <a:rPr lang="en-US" b="1" dirty="0"/>
              <a:t> is called every frame in Update(), continuously adding force. It will jitter because Update() is frame-rate dependent and physics calculations happen at fixed intervals, causing inconsistent force application.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Physics Mistake +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Problem: AddForce in Update()</a:t>
            </a:r>
          </a:p>
          <a:p>
            <a:r>
              <a:t>Result: jitter + inconsistent motion</a:t>
            </a:r>
          </a:p>
          <a:p>
            <a:endParaRPr/>
          </a:p>
          <a:p>
            <a:r>
              <a:t>Solution: use FixedUpdate()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Coroutines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dirty="0"/>
              <a:t>Definition: Function that runs over time</a:t>
            </a:r>
          </a:p>
          <a:p>
            <a:r>
              <a:rPr dirty="0"/>
              <a:t>Uses </a:t>
            </a:r>
            <a:r>
              <a:rPr dirty="0" err="1"/>
              <a:t>IEnumerator</a:t>
            </a:r>
            <a:r>
              <a:rPr dirty="0"/>
              <a:t> + yield</a:t>
            </a:r>
          </a:p>
          <a:p>
            <a:endParaRPr dirty="0"/>
          </a:p>
          <a:p>
            <a:r>
              <a:rPr dirty="0"/>
              <a:t>Allows delays without freezing game</a:t>
            </a:r>
            <a:endParaRPr lang="en-US" dirty="0"/>
          </a:p>
          <a:p>
            <a:r>
              <a:rPr lang="en-US" dirty="0"/>
              <a:t>Coroutine = </a:t>
            </a:r>
            <a:r>
              <a:rPr lang="en-US" b="1" dirty="0"/>
              <a:t>“do something over time without stopping the game”</a:t>
            </a:r>
          </a:p>
          <a:p>
            <a:r>
              <a:rPr lang="en-US" b="1" dirty="0"/>
              <a:t>Real-Life Example</a:t>
            </a:r>
          </a:p>
          <a:p>
            <a:pPr marL="0" indent="0">
              <a:buNone/>
            </a:pPr>
            <a:r>
              <a:rPr lang="en-US" dirty="0"/>
              <a:t>Think of making tea ☕:</a:t>
            </a:r>
          </a:p>
          <a:p>
            <a:r>
              <a:rPr lang="en-US" dirty="0"/>
              <a:t>Boil water </a:t>
            </a:r>
          </a:p>
          <a:p>
            <a:r>
              <a:rPr lang="en-US" b="1" dirty="0"/>
              <a:t>Wait 2 minutes</a:t>
            </a:r>
            <a:r>
              <a:rPr lang="en-US" dirty="0"/>
              <a:t> </a:t>
            </a:r>
          </a:p>
          <a:p>
            <a:r>
              <a:rPr lang="en-US" dirty="0"/>
              <a:t>Add tea </a:t>
            </a:r>
          </a:p>
          <a:p>
            <a:pPr marL="0" indent="0">
              <a:buNone/>
            </a:pPr>
            <a:r>
              <a:rPr lang="en-US" dirty="0"/>
              <a:t> A normal function can’t “wait” — it finishes instantly</a:t>
            </a:r>
            <a:br>
              <a:rPr lang="en-US" dirty="0"/>
            </a:br>
            <a:r>
              <a:rPr lang="en-US" dirty="0"/>
              <a:t> A coroutine can </a:t>
            </a:r>
            <a:r>
              <a:rPr lang="en-US" b="1" dirty="0"/>
              <a:t>wait without freezing the game</a:t>
            </a:r>
            <a:endParaRPr lang="en-US" dirty="0"/>
          </a:p>
          <a:p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Coroutine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dirty="0" err="1"/>
              <a:t>IEnumerator</a:t>
            </a:r>
            <a:r>
              <a:rPr lang="en-US" dirty="0"/>
              <a:t> Start() {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StartCoroutine</a:t>
            </a:r>
            <a:r>
              <a:rPr lang="en-US" dirty="0"/>
              <a:t>(</a:t>
            </a:r>
            <a:r>
              <a:rPr lang="en-US" dirty="0" err="1"/>
              <a:t>PrintMessage</a:t>
            </a:r>
            <a:r>
              <a:rPr lang="en-US" dirty="0"/>
              <a:t>());</a:t>
            </a:r>
          </a:p>
          <a:p>
            <a:pPr marL="0" indent="0">
              <a:buNone/>
            </a:pPr>
            <a:r>
              <a:rPr lang="en-US" dirty="0"/>
              <a:t>    yield return null;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 err="1"/>
              <a:t>IEnumerator</a:t>
            </a:r>
            <a:r>
              <a:rPr lang="en-US" dirty="0"/>
              <a:t> </a:t>
            </a:r>
            <a:r>
              <a:rPr lang="en-US" dirty="0" err="1"/>
              <a:t>PrintMessage</a:t>
            </a:r>
            <a:r>
              <a:rPr lang="en-US" dirty="0"/>
              <a:t>() {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Debug.Log</a:t>
            </a:r>
            <a:r>
              <a:rPr lang="en-US" dirty="0"/>
              <a:t>("Running");</a:t>
            </a:r>
          </a:p>
          <a:p>
            <a:pPr marL="0" indent="0">
              <a:buNone/>
            </a:pPr>
            <a:r>
              <a:rPr lang="en-US" dirty="0"/>
              <a:t>    yield return new </a:t>
            </a:r>
            <a:r>
              <a:rPr lang="en-US" dirty="0" err="1"/>
              <a:t>WaitForSeconds</a:t>
            </a:r>
            <a:r>
              <a:rPr lang="en-US" dirty="0"/>
              <a:t>(2);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Debug.Log</a:t>
            </a:r>
            <a:r>
              <a:rPr lang="en-US" dirty="0"/>
              <a:t>("Done");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void Update() {</a:t>
            </a:r>
          </a:p>
          <a:p>
            <a:pPr marL="0" indent="0">
              <a:buNone/>
            </a:pPr>
            <a:r>
              <a:rPr lang="en-US" dirty="0"/>
              <a:t>    if (</a:t>
            </a:r>
            <a:r>
              <a:rPr lang="en-US" dirty="0" err="1"/>
              <a:t>Input.GetKeyDown</a:t>
            </a:r>
            <a:r>
              <a:rPr lang="en-US" dirty="0"/>
              <a:t>(</a:t>
            </a:r>
            <a:r>
              <a:rPr lang="en-US" dirty="0" err="1"/>
              <a:t>KeyCode.Space</a:t>
            </a:r>
            <a:r>
              <a:rPr lang="en-US" dirty="0"/>
              <a:t>))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StopCoroutine</a:t>
            </a:r>
            <a:r>
              <a:rPr lang="en-US" dirty="0"/>
              <a:t>(</a:t>
            </a:r>
            <a:r>
              <a:rPr lang="en-US" dirty="0" err="1"/>
              <a:t>PrintMessage</a:t>
            </a:r>
            <a:r>
              <a:rPr lang="en-US" dirty="0"/>
              <a:t>());</a:t>
            </a:r>
          </a:p>
          <a:p>
            <a:endParaRPr lang="en-US" dirty="0"/>
          </a:p>
          <a:p>
            <a:r>
              <a:rPr lang="en-US" b="1" dirty="0"/>
              <a:t>SOLUTION:</a:t>
            </a:r>
          </a:p>
          <a:p>
            <a:r>
              <a:rPr lang="en-US" b="1" dirty="0"/>
              <a:t>Pressing Space twice will not stop the coroutine on the second press.</a:t>
            </a:r>
          </a:p>
          <a:p>
            <a:r>
              <a:rPr b="1" dirty="0"/>
              <a:t>yield return null → next frame</a:t>
            </a:r>
          </a:p>
          <a:p>
            <a:r>
              <a:rPr b="1" dirty="0" err="1"/>
              <a:t>WaitForSeconds</a:t>
            </a:r>
            <a:r>
              <a:rPr b="1" dirty="0"/>
              <a:t>(2) → delay 2 sec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Coroutine Problem +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Problem: Cannot stop coroutine</a:t>
            </a:r>
          </a:p>
          <a:p>
            <a:r>
              <a:t>Reason: no reference stored</a:t>
            </a:r>
          </a:p>
          <a:p>
            <a:endParaRPr/>
          </a:p>
          <a:p>
            <a:r>
              <a:t>Solution: store coroutine variable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 + Coroutine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Multiple key presses → multiple coroutines</a:t>
            </a:r>
          </a:p>
          <a:p>
            <a:endParaRPr/>
          </a:p>
          <a:p>
            <a:r>
              <a:t>Solution:</a:t>
            </a:r>
          </a:p>
          <a:p>
            <a:r>
              <a:t>Control using flags or references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Collision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OnCollisionEnter → physical collision</a:t>
            </a:r>
          </a:p>
          <a:p>
            <a:r>
              <a:t>OnTriggerEnter → trigger zone</a:t>
            </a:r>
          </a:p>
          <a:p>
            <a:endParaRPr/>
          </a:p>
          <a:p>
            <a:r>
              <a:t>Needs:</a:t>
            </a:r>
          </a:p>
          <a:p>
            <a:r>
              <a:t>Collider + Rigidbody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Collision Problem +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Problem: event not triggered</a:t>
            </a:r>
          </a:p>
          <a:p>
            <a:r>
              <a:t>Reason: missing Rigidbody or IsTrigger off</a:t>
            </a:r>
          </a:p>
          <a:p>
            <a:endParaRPr/>
          </a:p>
          <a:p>
            <a:r>
              <a:t>Fix: add Rigidbody + enable trigger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Raycasting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Definition: Invisible ray to detect objects</a:t>
            </a:r>
          </a:p>
          <a:p>
            <a:endParaRPr/>
          </a:p>
          <a:p>
            <a:r>
              <a:t>Used for shooting, selection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Raycast Bug +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Problem: semicolon after if</a:t>
            </a:r>
          </a:p>
          <a:p>
            <a:r>
              <a:rPr dirty="0"/>
              <a:t>Effect: condition ignored</a:t>
            </a:r>
            <a:endParaRPr lang="en-US" dirty="0"/>
          </a:p>
          <a:p>
            <a:r>
              <a:rPr lang="en-US" dirty="0"/>
              <a:t>MUST UNDERSTAND ERRORS IN CODE SNIPPET LIKE LOGICAL ERRORS…</a:t>
            </a:r>
            <a:endParaRPr dirty="0"/>
          </a:p>
          <a:p>
            <a:endParaRPr dirty="0"/>
          </a:p>
          <a:p>
            <a:r>
              <a:rPr dirty="0"/>
              <a:t>Fix: remove semicolon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Destroy()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Destroy() removes object at END of frame</a:t>
            </a:r>
          </a:p>
          <a:p>
            <a:endParaRPr/>
          </a:p>
          <a:p>
            <a:r>
              <a:t>Object still accessible immediately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Destroy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Destroy(object)</a:t>
            </a:r>
          </a:p>
          <a:p>
            <a:r>
              <a:t>Debug.Log(object.name) → still prints</a:t>
            </a:r>
          </a:p>
          <a:p>
            <a:endParaRPr/>
          </a:p>
          <a:p>
            <a:r>
              <a:t>Reason: delayed destruction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Time.deltaTime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Definition: time between frames</a:t>
            </a:r>
          </a:p>
          <a:p>
            <a:endParaRPr/>
          </a:p>
          <a:p>
            <a:r>
              <a:t>Used for smooth movement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deltaTime Mistake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Using twice → very slow motion</a:t>
            </a:r>
          </a:p>
          <a:p>
            <a:endParaRPr/>
          </a:p>
          <a:p>
            <a:r>
              <a:t>Correct:</a:t>
            </a:r>
          </a:p>
          <a:p>
            <a:r>
              <a:t>Use once only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Scene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SceneManager.LoadScene</a:t>
            </a:r>
            <a:r>
              <a:rPr dirty="0"/>
              <a:t>()</a:t>
            </a:r>
          </a:p>
          <a:p>
            <a:endParaRPr dirty="0"/>
          </a:p>
          <a:p>
            <a:r>
              <a:rPr dirty="0"/>
              <a:t>Effects:</a:t>
            </a:r>
          </a:p>
          <a:p>
            <a:r>
              <a:rPr dirty="0"/>
              <a:t>Objects destroyed</a:t>
            </a:r>
          </a:p>
          <a:p>
            <a:r>
              <a:rPr dirty="0"/>
              <a:t>Static persists</a:t>
            </a:r>
          </a:p>
          <a:p>
            <a:r>
              <a:rPr dirty="0"/>
              <a:t>Coroutines stop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4565E-1B25-9B67-8B39-34AF49A04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Scene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F5A7C-4453-3F4D-3E44-6D1A934D21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Process(steps follow) of scene transition using </a:t>
            </a:r>
            <a:r>
              <a:rPr lang="en-US" dirty="0" err="1"/>
              <a:t>SceneManager.LoadScene</a:t>
            </a:r>
            <a:r>
              <a:rPr lang="en-US" dirty="0"/>
              <a:t>():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1. Call </a:t>
            </a:r>
            <a:r>
              <a:rPr lang="en-US" dirty="0" err="1"/>
              <a:t>SceneManager.LoadScene</a:t>
            </a:r>
            <a:r>
              <a:rPr lang="en-US" dirty="0"/>
              <a:t>(</a:t>
            </a:r>
            <a:r>
              <a:rPr lang="en-US" dirty="0" err="1"/>
              <a:t>sceneIndex</a:t>
            </a:r>
            <a:r>
              <a:rPr lang="en-US" dirty="0"/>
              <a:t>) or </a:t>
            </a:r>
            <a:r>
              <a:rPr lang="en-US" dirty="0" err="1"/>
              <a:t>SceneManager.LoadScene</a:t>
            </a:r>
            <a:r>
              <a:rPr lang="en-US" dirty="0"/>
              <a:t>(</a:t>
            </a:r>
            <a:r>
              <a:rPr lang="en-US" dirty="0" err="1"/>
              <a:t>sceneName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2. Unity unloads the current scene</a:t>
            </a:r>
          </a:p>
          <a:p>
            <a:pPr marL="0" indent="0">
              <a:buNone/>
            </a:pPr>
            <a:r>
              <a:rPr lang="en-US" dirty="0"/>
              <a:t>3. Unity loads the new scene</a:t>
            </a:r>
          </a:p>
          <a:p>
            <a:pPr marL="0" indent="0">
              <a:buNone/>
            </a:pPr>
            <a:r>
              <a:rPr lang="en-US" dirty="0"/>
              <a:t>4. All </a:t>
            </a:r>
            <a:r>
              <a:rPr lang="en-US" dirty="0" err="1"/>
              <a:t>GameObjects</a:t>
            </a:r>
            <a:r>
              <a:rPr lang="en-US" dirty="0"/>
              <a:t> in the old scene are destroyed</a:t>
            </a:r>
          </a:p>
          <a:p>
            <a:pPr marL="0" indent="0">
              <a:buNone/>
            </a:pPr>
            <a:r>
              <a:rPr lang="en-US" dirty="0"/>
              <a:t>5. All scripts in the old scene are destroyed</a:t>
            </a:r>
          </a:p>
          <a:p>
            <a:pPr marL="0" indent="0">
              <a:buNone/>
            </a:pPr>
            <a:r>
              <a:rPr lang="en-US" dirty="0"/>
              <a:t>6. Static variables PERSIST across scene loads (they are not reset)</a:t>
            </a:r>
          </a:p>
          <a:p>
            <a:pPr marL="0" indent="0">
              <a:buNone/>
            </a:pPr>
            <a:r>
              <a:rPr lang="en-US" dirty="0"/>
              <a:t>7. All coroutines are stopped and destroyed with their </a:t>
            </a:r>
            <a:r>
              <a:rPr lang="en-US" dirty="0" err="1"/>
              <a:t>GameObjects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8. New scene's </a:t>
            </a:r>
            <a:r>
              <a:rPr lang="en-US" dirty="0" err="1"/>
              <a:t>GameObjects</a:t>
            </a:r>
            <a:r>
              <a:rPr lang="en-US" dirty="0"/>
              <a:t> are instantiated</a:t>
            </a:r>
          </a:p>
          <a:p>
            <a:pPr marL="0" indent="0">
              <a:buNone/>
            </a:pPr>
            <a:r>
              <a:rPr lang="en-US" dirty="0"/>
              <a:t>9. Awake() and </a:t>
            </a:r>
            <a:r>
              <a:rPr lang="en-US" dirty="0" err="1"/>
              <a:t>OnEnable</a:t>
            </a:r>
            <a:r>
              <a:rPr lang="en-US" dirty="0"/>
              <a:t>() are called for new objects</a:t>
            </a:r>
          </a:p>
          <a:p>
            <a:pPr marL="0" indent="0">
              <a:buNone/>
            </a:pPr>
            <a:r>
              <a:rPr lang="en-US" dirty="0"/>
              <a:t>10. Start() is called for new objects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74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Persistence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Keep data using:</a:t>
            </a:r>
          </a:p>
          <a:p>
            <a:r>
              <a:rPr dirty="0"/>
              <a:t>static variables</a:t>
            </a:r>
          </a:p>
          <a:p>
            <a:r>
              <a:rPr dirty="0" err="1"/>
              <a:t>DontDestroyOnLoad</a:t>
            </a:r>
            <a:r>
              <a:rPr dirty="0"/>
              <a:t>()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1A71F-3D79-0043-A83C-20F1D94B7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Animation &amp; Frame Rate Independence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91029C-7589-36D7-1A44-B6B2A189FA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Problem: Animations inside Update() depend on FPS </a:t>
            </a:r>
          </a:p>
          <a:p>
            <a:pPr marL="457200" lvl="1" indent="0">
              <a:buNone/>
            </a:pPr>
            <a:r>
              <a:rPr lang="en-US" dirty="0"/>
              <a:t>High FPS → fast animation </a:t>
            </a:r>
          </a:p>
          <a:p>
            <a:pPr marL="457200" lvl="1" indent="0">
              <a:buNone/>
            </a:pPr>
            <a:r>
              <a:rPr lang="en-US" dirty="0"/>
              <a:t>Low FPS → slow animation </a:t>
            </a:r>
          </a:p>
          <a:p>
            <a:r>
              <a:rPr lang="en-US" b="1" dirty="0"/>
              <a:t>Solutions:</a:t>
            </a:r>
            <a:endParaRPr lang="en-US" dirty="0"/>
          </a:p>
          <a:p>
            <a:r>
              <a:rPr lang="en-US" dirty="0"/>
              <a:t> Use </a:t>
            </a:r>
            <a:r>
              <a:rPr lang="en-US" dirty="0" err="1"/>
              <a:t>Time.deltaTime</a:t>
            </a:r>
            <a:r>
              <a:rPr lang="en-US" dirty="0"/>
              <a:t> </a:t>
            </a:r>
          </a:p>
          <a:p>
            <a:r>
              <a:rPr lang="en-US" dirty="0"/>
              <a:t> Use Animator Controller </a:t>
            </a:r>
          </a:p>
          <a:p>
            <a:r>
              <a:rPr lang="en-US" dirty="0"/>
              <a:t> Trigger animations using events (button/key)</a:t>
            </a:r>
          </a:p>
          <a:p>
            <a:r>
              <a:rPr lang="en-US" dirty="0"/>
              <a:t>Example:</a:t>
            </a:r>
          </a:p>
          <a:p>
            <a:pPr marL="0" indent="0">
              <a:buNone/>
            </a:pPr>
            <a:r>
              <a:rPr lang="en-US" dirty="0"/>
              <a:t>void Update() {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transform.Translate</a:t>
            </a:r>
            <a:r>
              <a:rPr lang="en-US" dirty="0"/>
              <a:t>(Vector3.forward * speed * </a:t>
            </a:r>
            <a:r>
              <a:rPr lang="en-US" dirty="0" err="1"/>
              <a:t>Time.deltaTime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239843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2CB2D-1AA8-C7D7-2088-F47C3D1F8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Best Way to Handle Animation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53E884-404A-8C9B-DE42-19DA060900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Content:</a:t>
            </a:r>
            <a:endParaRPr lang="en-US" dirty="0"/>
          </a:p>
          <a:p>
            <a:r>
              <a:rPr lang="en-US" dirty="0"/>
              <a:t> Avoid continuous animation in Update() </a:t>
            </a:r>
          </a:p>
          <a:p>
            <a:r>
              <a:rPr lang="en-US" dirty="0"/>
              <a:t> Use </a:t>
            </a:r>
            <a:r>
              <a:rPr lang="en-US" b="1" dirty="0"/>
              <a:t>event-based animation</a:t>
            </a:r>
            <a:r>
              <a:rPr lang="en-US" dirty="0"/>
              <a:t> </a:t>
            </a:r>
          </a:p>
          <a:p>
            <a:r>
              <a:rPr lang="en-US" b="1" dirty="0"/>
              <a:t>Example: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if (</a:t>
            </a:r>
            <a:r>
              <a:rPr lang="en-US" dirty="0" err="1"/>
              <a:t>Input.GetKeyDown</a:t>
            </a:r>
            <a:r>
              <a:rPr lang="en-US" dirty="0"/>
              <a:t>(</a:t>
            </a:r>
            <a:r>
              <a:rPr lang="en-US" dirty="0" err="1"/>
              <a:t>KeyCode.Space</a:t>
            </a:r>
            <a:r>
              <a:rPr lang="en-US" dirty="0"/>
              <a:t>)) {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anim.SetTrigger</a:t>
            </a:r>
            <a:r>
              <a:rPr lang="en-US" dirty="0"/>
              <a:t>("Jump");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r>
              <a:rPr lang="en-US" dirty="0"/>
              <a:t>Event-based animations (button/mouse input)</a:t>
            </a:r>
            <a:br>
              <a:rPr lang="en-US" dirty="0"/>
            </a:br>
            <a:r>
              <a:rPr lang="en-US" b="1" dirty="0"/>
              <a:t>are NOT frame-rate dependent</a:t>
            </a:r>
            <a:r>
              <a:rPr lang="en-US" dirty="0"/>
              <a:t> </a:t>
            </a:r>
          </a:p>
          <a:p>
            <a:r>
              <a:rPr lang="en-US" b="1" dirty="0"/>
              <a:t>Common Mistake:</a:t>
            </a:r>
            <a:endParaRPr lang="en-US" dirty="0"/>
          </a:p>
          <a:p>
            <a:r>
              <a:rPr lang="en-US" dirty="0"/>
              <a:t>Calling animation every frame → unwanted repetition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40333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What if:</a:t>
            </a:r>
          </a:p>
          <a:p>
            <a:r>
              <a:rPr dirty="0"/>
              <a:t>Coroutine in Update?</a:t>
            </a:r>
          </a:p>
          <a:p>
            <a:r>
              <a:rPr dirty="0"/>
              <a:t>Scene reload multiple times?</a:t>
            </a:r>
          </a:p>
          <a:p>
            <a:endParaRPr dirty="0"/>
          </a:p>
          <a:p>
            <a:r>
              <a:rPr dirty="0"/>
              <a:t>Think behavior</a:t>
            </a:r>
            <a:r>
              <a:rPr lang="en-US" dirty="0"/>
              <a:t>!!!!...</a:t>
            </a:r>
            <a:endParaRPr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Concept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Execution Order</a:t>
            </a:r>
          </a:p>
          <a:p>
            <a:r>
              <a:t>Transform</a:t>
            </a:r>
          </a:p>
          <a:p>
            <a:r>
              <a:t>Physics</a:t>
            </a:r>
          </a:p>
          <a:p>
            <a:r>
              <a:t>Coroutines</a:t>
            </a:r>
          </a:p>
          <a:p>
            <a:r>
              <a:t>Scenes</a:t>
            </a:r>
          </a:p>
          <a:p>
            <a:endParaRPr/>
          </a:p>
          <a:p>
            <a:r>
              <a:t>All connected in Unity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1410</Words>
  <Application>Microsoft Office PowerPoint</Application>
  <PresentationFormat>On-screen Show (4:3)</PresentationFormat>
  <Paragraphs>267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Game Development – Mids Practice </vt:lpstr>
      <vt:lpstr>Functions use in unity scripts</vt:lpstr>
      <vt:lpstr>PowerPoint Presentation</vt:lpstr>
      <vt:lpstr>Awake(), Start(), OnEnable()</vt:lpstr>
      <vt:lpstr>Execution Order Example</vt:lpstr>
      <vt:lpstr>Execution Practice + Solution</vt:lpstr>
      <vt:lpstr>Transform System</vt:lpstr>
      <vt:lpstr>Transform Example + Solution</vt:lpstr>
      <vt:lpstr>Transform Advanced</vt:lpstr>
      <vt:lpstr>Static Variables</vt:lpstr>
      <vt:lpstr>Static Example + Solution</vt:lpstr>
      <vt:lpstr>Static vs Non-Static</vt:lpstr>
      <vt:lpstr>Physics System</vt:lpstr>
      <vt:lpstr>Physics Mistake + Solution</vt:lpstr>
      <vt:lpstr>Coroutines</vt:lpstr>
      <vt:lpstr>Coroutine Example</vt:lpstr>
      <vt:lpstr>Coroutine Problem + Solution</vt:lpstr>
      <vt:lpstr>Input + Coroutine</vt:lpstr>
      <vt:lpstr>Collision System</vt:lpstr>
      <vt:lpstr>Collision Problem + Solution</vt:lpstr>
      <vt:lpstr>Raycasting</vt:lpstr>
      <vt:lpstr>Raycast Bug + Solution</vt:lpstr>
      <vt:lpstr>Destroy() Function</vt:lpstr>
      <vt:lpstr>Destroy Example</vt:lpstr>
      <vt:lpstr>Time.deltaTime</vt:lpstr>
      <vt:lpstr>deltaTime Mistake</vt:lpstr>
      <vt:lpstr>Scene Management</vt:lpstr>
      <vt:lpstr>Scene Management</vt:lpstr>
      <vt:lpstr>Data Persistence</vt:lpstr>
      <vt:lpstr>Animation &amp; Frame Rate Independence</vt:lpstr>
      <vt:lpstr>Best Way to Handle Animation</vt:lpstr>
      <vt:lpstr>Advanced Practice</vt:lpstr>
      <vt:lpstr>Final Concept 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aqsanawaz436@gmail.com</cp:lastModifiedBy>
  <cp:revision>7</cp:revision>
  <dcterms:created xsi:type="dcterms:W3CDTF">2013-01-27T09:14:16Z</dcterms:created>
  <dcterms:modified xsi:type="dcterms:W3CDTF">2026-04-01T09:05:52Z</dcterms:modified>
  <cp:category/>
</cp:coreProperties>
</file>